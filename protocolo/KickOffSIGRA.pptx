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3" r:id="rId5"/>
    <p:sldId id="263" r:id="rId6"/>
    <p:sldId id="277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6" r:id="rId20"/>
    <p:sldId id="259" r:id="rId21"/>
    <p:sldId id="262" r:id="rId22"/>
    <p:sldId id="275" r:id="rId2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AF75C4-913E-455F-8D48-171302F167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642ECDD0-9722-4F7A-9536-5199F89275AE}">
      <dgm:prSet phldrT="[Texto]"/>
      <dgm:spPr/>
      <dgm:t>
        <a:bodyPr/>
        <a:lstStyle/>
        <a:p>
          <a:r>
            <a:rPr lang="es-MX" dirty="0" smtClean="0"/>
            <a:t>Project Manager</a:t>
          </a:r>
          <a:endParaRPr lang="es-MX" dirty="0"/>
        </a:p>
      </dgm:t>
    </dgm:pt>
    <dgm:pt modelId="{C9F036ED-BE93-4962-A4A0-C1E87A50A559}" type="parTrans" cxnId="{FA7A5B58-2CA7-46CC-9F9F-A9210F475807}">
      <dgm:prSet/>
      <dgm:spPr/>
      <dgm:t>
        <a:bodyPr/>
        <a:lstStyle/>
        <a:p>
          <a:endParaRPr lang="es-MX"/>
        </a:p>
      </dgm:t>
    </dgm:pt>
    <dgm:pt modelId="{00330ADD-8592-44D6-BEBC-ED8AEC4998E6}" type="sibTrans" cxnId="{FA7A5B58-2CA7-46CC-9F9F-A9210F475807}">
      <dgm:prSet/>
      <dgm:spPr/>
      <dgm:t>
        <a:bodyPr/>
        <a:lstStyle/>
        <a:p>
          <a:endParaRPr lang="es-MX"/>
        </a:p>
      </dgm:t>
    </dgm:pt>
    <dgm:pt modelId="{4B9B81C0-D7E0-4AEB-8A87-02264C721845}">
      <dgm:prSet phldrT="[Texto]"/>
      <dgm:spPr/>
      <dgm:t>
        <a:bodyPr/>
        <a:lstStyle/>
        <a:p>
          <a:r>
            <a:rPr lang="es-MX" dirty="0" smtClean="0"/>
            <a:t>Coordinador de Análisis</a:t>
          </a:r>
          <a:endParaRPr lang="es-MX" dirty="0"/>
        </a:p>
      </dgm:t>
    </dgm:pt>
    <dgm:pt modelId="{040D2674-DD40-46F1-87BC-564B78A8EE4C}" type="parTrans" cxnId="{9AD9C1C8-F1BC-4841-A6EF-E8E2D24588B2}">
      <dgm:prSet/>
      <dgm:spPr/>
      <dgm:t>
        <a:bodyPr/>
        <a:lstStyle/>
        <a:p>
          <a:endParaRPr lang="es-MX"/>
        </a:p>
      </dgm:t>
    </dgm:pt>
    <dgm:pt modelId="{A744D896-514E-4974-A0B2-6F703428B213}" type="sibTrans" cxnId="{9AD9C1C8-F1BC-4841-A6EF-E8E2D24588B2}">
      <dgm:prSet/>
      <dgm:spPr/>
      <dgm:t>
        <a:bodyPr/>
        <a:lstStyle/>
        <a:p>
          <a:endParaRPr lang="es-MX"/>
        </a:p>
      </dgm:t>
    </dgm:pt>
    <dgm:pt modelId="{71C21EF1-8356-4C57-BACC-A88BA8F8A360}">
      <dgm:prSet phldrT="[Texto]"/>
      <dgm:spPr/>
      <dgm:t>
        <a:bodyPr/>
        <a:lstStyle/>
        <a:p>
          <a:r>
            <a:rPr lang="es-MX" dirty="0" smtClean="0"/>
            <a:t>Coordinador de Diseño</a:t>
          </a:r>
          <a:endParaRPr lang="es-MX" dirty="0"/>
        </a:p>
      </dgm:t>
    </dgm:pt>
    <dgm:pt modelId="{00228547-B710-4E5A-B664-0B788E1C7B01}" type="parTrans" cxnId="{7271A578-E4C4-4B39-9271-F6E9DBB10825}">
      <dgm:prSet/>
      <dgm:spPr/>
      <dgm:t>
        <a:bodyPr/>
        <a:lstStyle/>
        <a:p>
          <a:endParaRPr lang="es-MX"/>
        </a:p>
      </dgm:t>
    </dgm:pt>
    <dgm:pt modelId="{0DBD7003-2A34-4BFA-902A-36C4E685FB37}" type="sibTrans" cxnId="{7271A578-E4C4-4B39-9271-F6E9DBB10825}">
      <dgm:prSet/>
      <dgm:spPr/>
      <dgm:t>
        <a:bodyPr/>
        <a:lstStyle/>
        <a:p>
          <a:endParaRPr lang="es-MX"/>
        </a:p>
      </dgm:t>
    </dgm:pt>
    <dgm:pt modelId="{5C934FB2-42C5-4D13-A720-9B5B61BE8D2E}">
      <dgm:prSet phldrT="[Texto]"/>
      <dgm:spPr/>
      <dgm:t>
        <a:bodyPr/>
        <a:lstStyle/>
        <a:p>
          <a:r>
            <a:rPr lang="es-MX" dirty="0" smtClean="0"/>
            <a:t>Coordinador de Desarrollo</a:t>
          </a:r>
          <a:endParaRPr lang="es-MX" dirty="0"/>
        </a:p>
      </dgm:t>
    </dgm:pt>
    <dgm:pt modelId="{2F20DFDB-C1F3-4368-9CEB-C69F9390A2A0}" type="parTrans" cxnId="{D77C235A-5876-4AF3-88D9-5C8B44BE8784}">
      <dgm:prSet/>
      <dgm:spPr/>
      <dgm:t>
        <a:bodyPr/>
        <a:lstStyle/>
        <a:p>
          <a:endParaRPr lang="es-MX"/>
        </a:p>
      </dgm:t>
    </dgm:pt>
    <dgm:pt modelId="{B67B4FE1-D28C-43BB-AA88-4E23B7FB78EB}" type="sibTrans" cxnId="{D77C235A-5876-4AF3-88D9-5C8B44BE8784}">
      <dgm:prSet/>
      <dgm:spPr/>
      <dgm:t>
        <a:bodyPr/>
        <a:lstStyle/>
        <a:p>
          <a:endParaRPr lang="es-MX"/>
        </a:p>
      </dgm:t>
    </dgm:pt>
    <dgm:pt modelId="{6DE20BAD-9BA9-4C65-BAB9-C3E2D7DFBBA4}">
      <dgm:prSet phldrT="[Texto]"/>
      <dgm:spPr/>
      <dgm:t>
        <a:bodyPr/>
        <a:lstStyle/>
        <a:p>
          <a:r>
            <a:rPr lang="es-MX" dirty="0" smtClean="0"/>
            <a:t>Arquitecto</a:t>
          </a:r>
          <a:endParaRPr lang="es-MX" dirty="0"/>
        </a:p>
      </dgm:t>
    </dgm:pt>
    <dgm:pt modelId="{D799FFB4-76E0-4571-839E-C70D37E53FFB}" type="parTrans" cxnId="{74EE83E6-A7D0-4ABC-9DB0-43E4F9318E62}">
      <dgm:prSet/>
      <dgm:spPr/>
      <dgm:t>
        <a:bodyPr/>
        <a:lstStyle/>
        <a:p>
          <a:endParaRPr lang="es-MX"/>
        </a:p>
      </dgm:t>
    </dgm:pt>
    <dgm:pt modelId="{9012EA74-93A1-41BD-9D8F-FD441C5FACC6}" type="sibTrans" cxnId="{74EE83E6-A7D0-4ABC-9DB0-43E4F9318E62}">
      <dgm:prSet/>
      <dgm:spPr/>
      <dgm:t>
        <a:bodyPr/>
        <a:lstStyle/>
        <a:p>
          <a:endParaRPr lang="es-MX"/>
        </a:p>
      </dgm:t>
    </dgm:pt>
    <dgm:pt modelId="{08F5C841-FCCC-433A-92DE-63162E73FE09}">
      <dgm:prSet phldrT="[Texto]"/>
      <dgm:spPr/>
      <dgm:t>
        <a:bodyPr/>
        <a:lstStyle/>
        <a:p>
          <a:r>
            <a:rPr lang="es-MX" dirty="0" smtClean="0"/>
            <a:t>Coordinador de Pruebas</a:t>
          </a:r>
          <a:endParaRPr lang="es-MX" dirty="0"/>
        </a:p>
      </dgm:t>
    </dgm:pt>
    <dgm:pt modelId="{07286AAB-3F53-49C1-B6F4-7CD777564BBC}" type="parTrans" cxnId="{C075CC84-F938-4E56-9C8E-106386B2892C}">
      <dgm:prSet/>
      <dgm:spPr/>
      <dgm:t>
        <a:bodyPr/>
        <a:lstStyle/>
        <a:p>
          <a:endParaRPr lang="es-MX"/>
        </a:p>
      </dgm:t>
    </dgm:pt>
    <dgm:pt modelId="{C1F21916-EE0B-469F-8E33-4C7F4C9609ED}" type="sibTrans" cxnId="{C075CC84-F938-4E56-9C8E-106386B2892C}">
      <dgm:prSet/>
      <dgm:spPr/>
      <dgm:t>
        <a:bodyPr/>
        <a:lstStyle/>
        <a:p>
          <a:endParaRPr lang="es-MX"/>
        </a:p>
      </dgm:t>
    </dgm:pt>
    <dgm:pt modelId="{8D081CD0-D866-4D6E-A8AA-B0488B9F3FE7}">
      <dgm:prSet phldrT="[Texto]"/>
      <dgm:spPr/>
      <dgm:t>
        <a:bodyPr/>
        <a:lstStyle/>
        <a:p>
          <a:r>
            <a:rPr lang="es-MX" dirty="0" smtClean="0"/>
            <a:t>Analistas</a:t>
          </a:r>
          <a:endParaRPr lang="es-MX" dirty="0"/>
        </a:p>
      </dgm:t>
    </dgm:pt>
    <dgm:pt modelId="{6DC01494-04BA-49BF-89ED-8A613A8B8D70}" type="parTrans" cxnId="{7356EE5B-A9D0-4968-A69A-CF1EDBB699F3}">
      <dgm:prSet/>
      <dgm:spPr/>
      <dgm:t>
        <a:bodyPr/>
        <a:lstStyle/>
        <a:p>
          <a:endParaRPr lang="es-MX"/>
        </a:p>
      </dgm:t>
    </dgm:pt>
    <dgm:pt modelId="{7772D785-3139-4FF0-82C4-84D7CEFDAC6C}" type="sibTrans" cxnId="{7356EE5B-A9D0-4968-A69A-CF1EDBB699F3}">
      <dgm:prSet/>
      <dgm:spPr/>
      <dgm:t>
        <a:bodyPr/>
        <a:lstStyle/>
        <a:p>
          <a:endParaRPr lang="es-MX"/>
        </a:p>
      </dgm:t>
    </dgm:pt>
    <dgm:pt modelId="{04C35057-E336-4B37-8510-20B323F3F4DA}">
      <dgm:prSet phldrT="[Texto]"/>
      <dgm:spPr/>
      <dgm:t>
        <a:bodyPr/>
        <a:lstStyle/>
        <a:p>
          <a:r>
            <a:rPr lang="es-MX" dirty="0" smtClean="0"/>
            <a:t>Diseñadores</a:t>
          </a:r>
          <a:endParaRPr lang="es-MX" dirty="0"/>
        </a:p>
      </dgm:t>
    </dgm:pt>
    <dgm:pt modelId="{824A61E7-6032-4916-AA47-6ED464A523A8}" type="parTrans" cxnId="{72DCC31C-37E5-4E3D-9E57-CDC3F8E4DF15}">
      <dgm:prSet/>
      <dgm:spPr/>
      <dgm:t>
        <a:bodyPr/>
        <a:lstStyle/>
        <a:p>
          <a:endParaRPr lang="es-MX"/>
        </a:p>
      </dgm:t>
    </dgm:pt>
    <dgm:pt modelId="{D1F2C0FA-6771-41DF-898A-265EFF4D41FF}" type="sibTrans" cxnId="{72DCC31C-37E5-4E3D-9E57-CDC3F8E4DF15}">
      <dgm:prSet/>
      <dgm:spPr/>
      <dgm:t>
        <a:bodyPr/>
        <a:lstStyle/>
        <a:p>
          <a:endParaRPr lang="es-MX"/>
        </a:p>
      </dgm:t>
    </dgm:pt>
    <dgm:pt modelId="{E0B48508-34B1-4FF1-AC61-96331CD108A1}">
      <dgm:prSet phldrT="[Texto]"/>
      <dgm:spPr/>
      <dgm:t>
        <a:bodyPr/>
        <a:lstStyle/>
        <a:p>
          <a:r>
            <a:rPr lang="es-MX" dirty="0" smtClean="0"/>
            <a:t>Programadores</a:t>
          </a:r>
          <a:endParaRPr lang="es-MX" dirty="0"/>
        </a:p>
      </dgm:t>
    </dgm:pt>
    <dgm:pt modelId="{D89F4EE5-06C3-4D8F-9A17-481E5BFCE79F}" type="parTrans" cxnId="{32349976-1148-47F3-8295-9AF09D67180A}">
      <dgm:prSet/>
      <dgm:spPr/>
      <dgm:t>
        <a:bodyPr/>
        <a:lstStyle/>
        <a:p>
          <a:endParaRPr lang="es-MX"/>
        </a:p>
      </dgm:t>
    </dgm:pt>
    <dgm:pt modelId="{6AA332CE-3631-452B-AA4C-D09CB0B1997A}" type="sibTrans" cxnId="{32349976-1148-47F3-8295-9AF09D67180A}">
      <dgm:prSet/>
      <dgm:spPr/>
      <dgm:t>
        <a:bodyPr/>
        <a:lstStyle/>
        <a:p>
          <a:endParaRPr lang="es-MX"/>
        </a:p>
      </dgm:t>
    </dgm:pt>
    <dgm:pt modelId="{878BC739-F1CD-417E-9597-E6A12AA6FE79}">
      <dgm:prSet phldrT="[Texto]"/>
      <dgm:spPr/>
      <dgm:t>
        <a:bodyPr/>
        <a:lstStyle/>
        <a:p>
          <a:r>
            <a:rPr lang="es-MX" dirty="0" err="1" smtClean="0"/>
            <a:t>Testers</a:t>
          </a:r>
          <a:endParaRPr lang="es-MX" dirty="0"/>
        </a:p>
      </dgm:t>
    </dgm:pt>
    <dgm:pt modelId="{94D9E5E4-9FA3-4EF4-9D33-D5B2738F2E5E}" type="parTrans" cxnId="{60B2602F-6E3A-4F38-A99F-50D54733D3F4}">
      <dgm:prSet/>
      <dgm:spPr/>
      <dgm:t>
        <a:bodyPr/>
        <a:lstStyle/>
        <a:p>
          <a:endParaRPr lang="es-MX"/>
        </a:p>
      </dgm:t>
    </dgm:pt>
    <dgm:pt modelId="{20DD09E1-C460-45DD-BDED-864F3162A551}" type="sibTrans" cxnId="{60B2602F-6E3A-4F38-A99F-50D54733D3F4}">
      <dgm:prSet/>
      <dgm:spPr/>
      <dgm:t>
        <a:bodyPr/>
        <a:lstStyle/>
        <a:p>
          <a:endParaRPr lang="es-MX"/>
        </a:p>
      </dgm:t>
    </dgm:pt>
    <dgm:pt modelId="{E0CC2944-34BE-40B4-9166-C290BDA35CA9}" type="pres">
      <dgm:prSet presAssocID="{1AAF75C4-913E-455F-8D48-171302F167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MX"/>
        </a:p>
      </dgm:t>
    </dgm:pt>
    <dgm:pt modelId="{78D60C2A-4CAD-4AE3-B64B-9694D9FB5CC9}" type="pres">
      <dgm:prSet presAssocID="{642ECDD0-9722-4F7A-9536-5199F89275AE}" presName="hierRoot1" presStyleCnt="0"/>
      <dgm:spPr/>
    </dgm:pt>
    <dgm:pt modelId="{24E845AC-ACA9-412B-8006-3D21C6FD0FCE}" type="pres">
      <dgm:prSet presAssocID="{642ECDD0-9722-4F7A-9536-5199F89275AE}" presName="composite" presStyleCnt="0"/>
      <dgm:spPr/>
    </dgm:pt>
    <dgm:pt modelId="{B1775C34-9B34-405E-8BEE-C6A4F122662E}" type="pres">
      <dgm:prSet presAssocID="{642ECDD0-9722-4F7A-9536-5199F89275AE}" presName="background" presStyleLbl="node0" presStyleIdx="0" presStyleCnt="1"/>
      <dgm:spPr/>
    </dgm:pt>
    <dgm:pt modelId="{C7273C30-D873-4EC3-97CA-577D398FC1A0}" type="pres">
      <dgm:prSet presAssocID="{642ECDD0-9722-4F7A-9536-5199F89275AE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23910A30-39BF-4126-9FA6-719312B2B7B8}" type="pres">
      <dgm:prSet presAssocID="{642ECDD0-9722-4F7A-9536-5199F89275AE}" presName="hierChild2" presStyleCnt="0"/>
      <dgm:spPr/>
    </dgm:pt>
    <dgm:pt modelId="{C0291645-CBBB-47A6-ABE2-9FD7E2869145}" type="pres">
      <dgm:prSet presAssocID="{040D2674-DD40-46F1-87BC-564B78A8EE4C}" presName="Name10" presStyleLbl="parChTrans1D2" presStyleIdx="0" presStyleCnt="5"/>
      <dgm:spPr/>
      <dgm:t>
        <a:bodyPr/>
        <a:lstStyle/>
        <a:p>
          <a:endParaRPr lang="es-MX"/>
        </a:p>
      </dgm:t>
    </dgm:pt>
    <dgm:pt modelId="{9897A68F-846A-4D32-9EB1-EA1B909A0581}" type="pres">
      <dgm:prSet presAssocID="{4B9B81C0-D7E0-4AEB-8A87-02264C721845}" presName="hierRoot2" presStyleCnt="0"/>
      <dgm:spPr/>
    </dgm:pt>
    <dgm:pt modelId="{D57D79D5-BD4A-49F1-B891-B5CEAE15189F}" type="pres">
      <dgm:prSet presAssocID="{4B9B81C0-D7E0-4AEB-8A87-02264C721845}" presName="composite2" presStyleCnt="0"/>
      <dgm:spPr/>
    </dgm:pt>
    <dgm:pt modelId="{04204875-5491-4638-8BF8-9927BE17BFFA}" type="pres">
      <dgm:prSet presAssocID="{4B9B81C0-D7E0-4AEB-8A87-02264C721845}" presName="background2" presStyleLbl="node2" presStyleIdx="0" presStyleCnt="5"/>
      <dgm:spPr/>
    </dgm:pt>
    <dgm:pt modelId="{3D82F976-D656-4362-A3ED-57C3A803E273}" type="pres">
      <dgm:prSet presAssocID="{4B9B81C0-D7E0-4AEB-8A87-02264C721845}" presName="text2" presStyleLbl="fgAcc2" presStyleIdx="0" presStyleCnt="5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8B1D8C6A-EFCA-4E91-A203-4E61E56EC917}" type="pres">
      <dgm:prSet presAssocID="{4B9B81C0-D7E0-4AEB-8A87-02264C721845}" presName="hierChild3" presStyleCnt="0"/>
      <dgm:spPr/>
    </dgm:pt>
    <dgm:pt modelId="{2C40A625-2F1D-4750-AF4D-D50D34E40BA5}" type="pres">
      <dgm:prSet presAssocID="{6DC01494-04BA-49BF-89ED-8A613A8B8D70}" presName="Name17" presStyleLbl="parChTrans1D3" presStyleIdx="0" presStyleCnt="4"/>
      <dgm:spPr/>
      <dgm:t>
        <a:bodyPr/>
        <a:lstStyle/>
        <a:p>
          <a:endParaRPr lang="es-MX"/>
        </a:p>
      </dgm:t>
    </dgm:pt>
    <dgm:pt modelId="{5E021A4E-3039-405F-BA30-62C68498721F}" type="pres">
      <dgm:prSet presAssocID="{8D081CD0-D866-4D6E-A8AA-B0488B9F3FE7}" presName="hierRoot3" presStyleCnt="0"/>
      <dgm:spPr/>
    </dgm:pt>
    <dgm:pt modelId="{6727952F-2ED8-4AB3-AC90-766FF8A10B72}" type="pres">
      <dgm:prSet presAssocID="{8D081CD0-D866-4D6E-A8AA-B0488B9F3FE7}" presName="composite3" presStyleCnt="0"/>
      <dgm:spPr/>
    </dgm:pt>
    <dgm:pt modelId="{68831406-1525-4253-89FB-AEC206B6FF20}" type="pres">
      <dgm:prSet presAssocID="{8D081CD0-D866-4D6E-A8AA-B0488B9F3FE7}" presName="background3" presStyleLbl="node3" presStyleIdx="0" presStyleCnt="4"/>
      <dgm:spPr/>
    </dgm:pt>
    <dgm:pt modelId="{FD41250C-5053-4FD5-B6F5-EF5FF2278CAA}" type="pres">
      <dgm:prSet presAssocID="{8D081CD0-D866-4D6E-A8AA-B0488B9F3FE7}" presName="text3" presStyleLbl="fgAcc3" presStyleIdx="0" presStyleCnt="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C8F97CB0-874A-4EF3-9956-74DF854BB550}" type="pres">
      <dgm:prSet presAssocID="{8D081CD0-D866-4D6E-A8AA-B0488B9F3FE7}" presName="hierChild4" presStyleCnt="0"/>
      <dgm:spPr/>
    </dgm:pt>
    <dgm:pt modelId="{53781C00-5896-4E7B-AF59-45594D8971BB}" type="pres">
      <dgm:prSet presAssocID="{00228547-B710-4E5A-B664-0B788E1C7B01}" presName="Name10" presStyleLbl="parChTrans1D2" presStyleIdx="1" presStyleCnt="5"/>
      <dgm:spPr/>
      <dgm:t>
        <a:bodyPr/>
        <a:lstStyle/>
        <a:p>
          <a:endParaRPr lang="es-MX"/>
        </a:p>
      </dgm:t>
    </dgm:pt>
    <dgm:pt modelId="{D7B7E7F3-B1DD-4CE7-9A23-1DEC49E99AB8}" type="pres">
      <dgm:prSet presAssocID="{71C21EF1-8356-4C57-BACC-A88BA8F8A360}" presName="hierRoot2" presStyleCnt="0"/>
      <dgm:spPr/>
    </dgm:pt>
    <dgm:pt modelId="{7ADC577B-5304-44C6-898E-20329F502FEB}" type="pres">
      <dgm:prSet presAssocID="{71C21EF1-8356-4C57-BACC-A88BA8F8A360}" presName="composite2" presStyleCnt="0"/>
      <dgm:spPr/>
    </dgm:pt>
    <dgm:pt modelId="{C457743C-F998-4287-B31A-8503D8FD987E}" type="pres">
      <dgm:prSet presAssocID="{71C21EF1-8356-4C57-BACC-A88BA8F8A360}" presName="background2" presStyleLbl="node2" presStyleIdx="1" presStyleCnt="5"/>
      <dgm:spPr/>
    </dgm:pt>
    <dgm:pt modelId="{BDFEB516-9D2C-4183-AAEF-C263558A37AB}" type="pres">
      <dgm:prSet presAssocID="{71C21EF1-8356-4C57-BACC-A88BA8F8A360}" presName="text2" presStyleLbl="fgAcc2" presStyleIdx="1" presStyleCnt="5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F75DF7E9-D820-4751-B634-CB1AAD376F7C}" type="pres">
      <dgm:prSet presAssocID="{71C21EF1-8356-4C57-BACC-A88BA8F8A360}" presName="hierChild3" presStyleCnt="0"/>
      <dgm:spPr/>
    </dgm:pt>
    <dgm:pt modelId="{B00672A8-D105-463D-B743-1A6F98683F70}" type="pres">
      <dgm:prSet presAssocID="{824A61E7-6032-4916-AA47-6ED464A523A8}" presName="Name17" presStyleLbl="parChTrans1D3" presStyleIdx="1" presStyleCnt="4"/>
      <dgm:spPr/>
      <dgm:t>
        <a:bodyPr/>
        <a:lstStyle/>
        <a:p>
          <a:endParaRPr lang="es-MX"/>
        </a:p>
      </dgm:t>
    </dgm:pt>
    <dgm:pt modelId="{20984C1A-2F99-42D3-9BE0-2B7090393C5D}" type="pres">
      <dgm:prSet presAssocID="{04C35057-E336-4B37-8510-20B323F3F4DA}" presName="hierRoot3" presStyleCnt="0"/>
      <dgm:spPr/>
    </dgm:pt>
    <dgm:pt modelId="{459377F2-8550-43F4-A373-AB2F63E0D578}" type="pres">
      <dgm:prSet presAssocID="{04C35057-E336-4B37-8510-20B323F3F4DA}" presName="composite3" presStyleCnt="0"/>
      <dgm:spPr/>
    </dgm:pt>
    <dgm:pt modelId="{13BA0881-4DF9-42D0-8924-892FD281B857}" type="pres">
      <dgm:prSet presAssocID="{04C35057-E336-4B37-8510-20B323F3F4DA}" presName="background3" presStyleLbl="node3" presStyleIdx="1" presStyleCnt="4"/>
      <dgm:spPr/>
    </dgm:pt>
    <dgm:pt modelId="{87D7D1BA-0A88-4F4A-8C06-D40A0487777C}" type="pres">
      <dgm:prSet presAssocID="{04C35057-E336-4B37-8510-20B323F3F4DA}" presName="text3" presStyleLbl="fgAcc3" presStyleIdx="1" presStyleCnt="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303E6F14-8E58-4558-9816-D0006B52D8E3}" type="pres">
      <dgm:prSet presAssocID="{04C35057-E336-4B37-8510-20B323F3F4DA}" presName="hierChild4" presStyleCnt="0"/>
      <dgm:spPr/>
    </dgm:pt>
    <dgm:pt modelId="{01C3DD99-8A00-4BE9-A5BE-CEAD71F48EA0}" type="pres">
      <dgm:prSet presAssocID="{2F20DFDB-C1F3-4368-9CEB-C69F9390A2A0}" presName="Name10" presStyleLbl="parChTrans1D2" presStyleIdx="2" presStyleCnt="5"/>
      <dgm:spPr/>
      <dgm:t>
        <a:bodyPr/>
        <a:lstStyle/>
        <a:p>
          <a:endParaRPr lang="es-MX"/>
        </a:p>
      </dgm:t>
    </dgm:pt>
    <dgm:pt modelId="{EF252169-F12B-4044-832E-6ABF2D069145}" type="pres">
      <dgm:prSet presAssocID="{5C934FB2-42C5-4D13-A720-9B5B61BE8D2E}" presName="hierRoot2" presStyleCnt="0"/>
      <dgm:spPr/>
    </dgm:pt>
    <dgm:pt modelId="{FA448524-ED43-4F61-94C1-E71445C9286A}" type="pres">
      <dgm:prSet presAssocID="{5C934FB2-42C5-4D13-A720-9B5B61BE8D2E}" presName="composite2" presStyleCnt="0"/>
      <dgm:spPr/>
    </dgm:pt>
    <dgm:pt modelId="{78FEE1EE-5259-4EF8-9B7D-701F141BDDFA}" type="pres">
      <dgm:prSet presAssocID="{5C934FB2-42C5-4D13-A720-9B5B61BE8D2E}" presName="background2" presStyleLbl="node2" presStyleIdx="2" presStyleCnt="5"/>
      <dgm:spPr/>
    </dgm:pt>
    <dgm:pt modelId="{88EDA19D-DA12-4CFA-9622-1740D84618B3}" type="pres">
      <dgm:prSet presAssocID="{5C934FB2-42C5-4D13-A720-9B5B61BE8D2E}" presName="text2" presStyleLbl="fgAcc2" presStyleIdx="2" presStyleCnt="5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31F57321-39AC-4C9D-BA5F-236859389EAF}" type="pres">
      <dgm:prSet presAssocID="{5C934FB2-42C5-4D13-A720-9B5B61BE8D2E}" presName="hierChild3" presStyleCnt="0"/>
      <dgm:spPr/>
    </dgm:pt>
    <dgm:pt modelId="{F30FE5FF-0F59-4BD8-A59B-8E6FF0CCF933}" type="pres">
      <dgm:prSet presAssocID="{D89F4EE5-06C3-4D8F-9A17-481E5BFCE79F}" presName="Name17" presStyleLbl="parChTrans1D3" presStyleIdx="2" presStyleCnt="4"/>
      <dgm:spPr/>
      <dgm:t>
        <a:bodyPr/>
        <a:lstStyle/>
        <a:p>
          <a:endParaRPr lang="es-MX"/>
        </a:p>
      </dgm:t>
    </dgm:pt>
    <dgm:pt modelId="{36419DDF-B2DE-4DF6-8551-014176C1F506}" type="pres">
      <dgm:prSet presAssocID="{E0B48508-34B1-4FF1-AC61-96331CD108A1}" presName="hierRoot3" presStyleCnt="0"/>
      <dgm:spPr/>
    </dgm:pt>
    <dgm:pt modelId="{20E04987-264F-447A-8648-05075C5EB1F3}" type="pres">
      <dgm:prSet presAssocID="{E0B48508-34B1-4FF1-AC61-96331CD108A1}" presName="composite3" presStyleCnt="0"/>
      <dgm:spPr/>
    </dgm:pt>
    <dgm:pt modelId="{379D8DA7-33B5-456E-B0F1-92D53D0C140F}" type="pres">
      <dgm:prSet presAssocID="{E0B48508-34B1-4FF1-AC61-96331CD108A1}" presName="background3" presStyleLbl="node3" presStyleIdx="2" presStyleCnt="4"/>
      <dgm:spPr/>
    </dgm:pt>
    <dgm:pt modelId="{A64148D7-4D3C-49EE-9286-55C5E5280221}" type="pres">
      <dgm:prSet presAssocID="{E0B48508-34B1-4FF1-AC61-96331CD108A1}" presName="text3" presStyleLbl="fgAcc3" presStyleIdx="2" presStyleCnt="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6AE1A7CD-F958-4208-A11B-33AF79A21734}" type="pres">
      <dgm:prSet presAssocID="{E0B48508-34B1-4FF1-AC61-96331CD108A1}" presName="hierChild4" presStyleCnt="0"/>
      <dgm:spPr/>
    </dgm:pt>
    <dgm:pt modelId="{55931CB8-4EF7-40B6-B392-51F52632F4CD}" type="pres">
      <dgm:prSet presAssocID="{D799FFB4-76E0-4571-839E-C70D37E53FFB}" presName="Name10" presStyleLbl="parChTrans1D2" presStyleIdx="3" presStyleCnt="5"/>
      <dgm:spPr/>
      <dgm:t>
        <a:bodyPr/>
        <a:lstStyle/>
        <a:p>
          <a:endParaRPr lang="es-MX"/>
        </a:p>
      </dgm:t>
    </dgm:pt>
    <dgm:pt modelId="{647502B3-A6AE-4FED-A4C1-8B8045A540C2}" type="pres">
      <dgm:prSet presAssocID="{6DE20BAD-9BA9-4C65-BAB9-C3E2D7DFBBA4}" presName="hierRoot2" presStyleCnt="0"/>
      <dgm:spPr/>
    </dgm:pt>
    <dgm:pt modelId="{761CFE1E-869C-44E4-B22D-0C456809B9A8}" type="pres">
      <dgm:prSet presAssocID="{6DE20BAD-9BA9-4C65-BAB9-C3E2D7DFBBA4}" presName="composite2" presStyleCnt="0"/>
      <dgm:spPr/>
    </dgm:pt>
    <dgm:pt modelId="{70C72063-B709-4896-BD93-1CF1FE4E2D76}" type="pres">
      <dgm:prSet presAssocID="{6DE20BAD-9BA9-4C65-BAB9-C3E2D7DFBBA4}" presName="background2" presStyleLbl="node2" presStyleIdx="3" presStyleCnt="5"/>
      <dgm:spPr/>
    </dgm:pt>
    <dgm:pt modelId="{B080D462-4416-445B-B2F2-6333F9C4FE82}" type="pres">
      <dgm:prSet presAssocID="{6DE20BAD-9BA9-4C65-BAB9-C3E2D7DFBBA4}" presName="text2" presStyleLbl="fgAcc2" presStyleIdx="3" presStyleCnt="5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C3803813-8A48-4E38-A7D6-DE57C9B5ED83}" type="pres">
      <dgm:prSet presAssocID="{6DE20BAD-9BA9-4C65-BAB9-C3E2D7DFBBA4}" presName="hierChild3" presStyleCnt="0"/>
      <dgm:spPr/>
    </dgm:pt>
    <dgm:pt modelId="{B2B145F5-EE42-4586-9F84-DBEDA524FAAB}" type="pres">
      <dgm:prSet presAssocID="{07286AAB-3F53-49C1-B6F4-7CD777564BBC}" presName="Name10" presStyleLbl="parChTrans1D2" presStyleIdx="4" presStyleCnt="5"/>
      <dgm:spPr/>
      <dgm:t>
        <a:bodyPr/>
        <a:lstStyle/>
        <a:p>
          <a:endParaRPr lang="es-MX"/>
        </a:p>
      </dgm:t>
    </dgm:pt>
    <dgm:pt modelId="{B8232F56-FB1D-4B85-A10B-2F15431724F7}" type="pres">
      <dgm:prSet presAssocID="{08F5C841-FCCC-433A-92DE-63162E73FE09}" presName="hierRoot2" presStyleCnt="0"/>
      <dgm:spPr/>
    </dgm:pt>
    <dgm:pt modelId="{2DC57748-DBD5-4035-BFA6-1103466B2745}" type="pres">
      <dgm:prSet presAssocID="{08F5C841-FCCC-433A-92DE-63162E73FE09}" presName="composite2" presStyleCnt="0"/>
      <dgm:spPr/>
    </dgm:pt>
    <dgm:pt modelId="{08422E83-4A31-4E4A-8A89-8844356EFDCD}" type="pres">
      <dgm:prSet presAssocID="{08F5C841-FCCC-433A-92DE-63162E73FE09}" presName="background2" presStyleLbl="node2" presStyleIdx="4" presStyleCnt="5"/>
      <dgm:spPr/>
    </dgm:pt>
    <dgm:pt modelId="{0CB71003-F042-4099-B912-E9216788670C}" type="pres">
      <dgm:prSet presAssocID="{08F5C841-FCCC-433A-92DE-63162E73FE09}" presName="text2" presStyleLbl="fgAcc2" presStyleIdx="4" presStyleCnt="5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D1535E88-11A6-42A5-99EF-FE06052B1724}" type="pres">
      <dgm:prSet presAssocID="{08F5C841-FCCC-433A-92DE-63162E73FE09}" presName="hierChild3" presStyleCnt="0"/>
      <dgm:spPr/>
    </dgm:pt>
    <dgm:pt modelId="{2AA83376-F1F6-4F72-98F1-091C7F733B94}" type="pres">
      <dgm:prSet presAssocID="{94D9E5E4-9FA3-4EF4-9D33-D5B2738F2E5E}" presName="Name17" presStyleLbl="parChTrans1D3" presStyleIdx="3" presStyleCnt="4"/>
      <dgm:spPr/>
      <dgm:t>
        <a:bodyPr/>
        <a:lstStyle/>
        <a:p>
          <a:endParaRPr lang="es-MX"/>
        </a:p>
      </dgm:t>
    </dgm:pt>
    <dgm:pt modelId="{00AF36E2-8289-49E9-88CB-B77DB6F1E187}" type="pres">
      <dgm:prSet presAssocID="{878BC739-F1CD-417E-9597-E6A12AA6FE79}" presName="hierRoot3" presStyleCnt="0"/>
      <dgm:spPr/>
    </dgm:pt>
    <dgm:pt modelId="{7695C200-3966-4F32-96AC-A7A93E616D23}" type="pres">
      <dgm:prSet presAssocID="{878BC739-F1CD-417E-9597-E6A12AA6FE79}" presName="composite3" presStyleCnt="0"/>
      <dgm:spPr/>
    </dgm:pt>
    <dgm:pt modelId="{17CB8FE9-8E66-4866-A532-A82B76794AFC}" type="pres">
      <dgm:prSet presAssocID="{878BC739-F1CD-417E-9597-E6A12AA6FE79}" presName="background3" presStyleLbl="node3" presStyleIdx="3" presStyleCnt="4"/>
      <dgm:spPr/>
    </dgm:pt>
    <dgm:pt modelId="{2D821761-02AF-466B-A616-A6E02F910521}" type="pres">
      <dgm:prSet presAssocID="{878BC739-F1CD-417E-9597-E6A12AA6FE79}" presName="text3" presStyleLbl="fgAcc3" presStyleIdx="3" presStyleCnt="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7379A806-FEFA-4E1D-9680-4C7BE7BADFD6}" type="pres">
      <dgm:prSet presAssocID="{878BC739-F1CD-417E-9597-E6A12AA6FE79}" presName="hierChild4" presStyleCnt="0"/>
      <dgm:spPr/>
    </dgm:pt>
  </dgm:ptLst>
  <dgm:cxnLst>
    <dgm:cxn modelId="{E687A1AD-C079-4FA1-A38F-70488D55C3CA}" type="presOf" srcId="{04C35057-E336-4B37-8510-20B323F3F4DA}" destId="{87D7D1BA-0A88-4F4A-8C06-D40A0487777C}" srcOrd="0" destOrd="0" presId="urn:microsoft.com/office/officeart/2005/8/layout/hierarchy1"/>
    <dgm:cxn modelId="{683EAF9B-2D4D-40CB-A1A0-DCAAD68A827E}" type="presOf" srcId="{8D081CD0-D866-4D6E-A8AA-B0488B9F3FE7}" destId="{FD41250C-5053-4FD5-B6F5-EF5FF2278CAA}" srcOrd="0" destOrd="0" presId="urn:microsoft.com/office/officeart/2005/8/layout/hierarchy1"/>
    <dgm:cxn modelId="{44522338-8E8B-47D8-A2ED-368A6C757ABC}" type="presOf" srcId="{1AAF75C4-913E-455F-8D48-171302F167B1}" destId="{E0CC2944-34BE-40B4-9166-C290BDA35CA9}" srcOrd="0" destOrd="0" presId="urn:microsoft.com/office/officeart/2005/8/layout/hierarchy1"/>
    <dgm:cxn modelId="{60B2602F-6E3A-4F38-A99F-50D54733D3F4}" srcId="{08F5C841-FCCC-433A-92DE-63162E73FE09}" destId="{878BC739-F1CD-417E-9597-E6A12AA6FE79}" srcOrd="0" destOrd="0" parTransId="{94D9E5E4-9FA3-4EF4-9D33-D5B2738F2E5E}" sibTransId="{20DD09E1-C460-45DD-BDED-864F3162A551}"/>
    <dgm:cxn modelId="{C075CC84-F938-4E56-9C8E-106386B2892C}" srcId="{642ECDD0-9722-4F7A-9536-5199F89275AE}" destId="{08F5C841-FCCC-433A-92DE-63162E73FE09}" srcOrd="4" destOrd="0" parTransId="{07286AAB-3F53-49C1-B6F4-7CD777564BBC}" sibTransId="{C1F21916-EE0B-469F-8E33-4C7F4C9609ED}"/>
    <dgm:cxn modelId="{8A7FBE74-4B71-4081-BD95-67C4EDE713FA}" type="presOf" srcId="{00228547-B710-4E5A-B664-0B788E1C7B01}" destId="{53781C00-5896-4E7B-AF59-45594D8971BB}" srcOrd="0" destOrd="0" presId="urn:microsoft.com/office/officeart/2005/8/layout/hierarchy1"/>
    <dgm:cxn modelId="{22F89A14-F291-4415-80BD-5F30E98FEA6E}" type="presOf" srcId="{2F20DFDB-C1F3-4368-9CEB-C69F9390A2A0}" destId="{01C3DD99-8A00-4BE9-A5BE-CEAD71F48EA0}" srcOrd="0" destOrd="0" presId="urn:microsoft.com/office/officeart/2005/8/layout/hierarchy1"/>
    <dgm:cxn modelId="{B8E741B7-5C8D-4B9B-AD45-1B469A61B59F}" type="presOf" srcId="{878BC739-F1CD-417E-9597-E6A12AA6FE79}" destId="{2D821761-02AF-466B-A616-A6E02F910521}" srcOrd="0" destOrd="0" presId="urn:microsoft.com/office/officeart/2005/8/layout/hierarchy1"/>
    <dgm:cxn modelId="{ED412615-2253-4DCF-83C1-B831649D9FC8}" type="presOf" srcId="{94D9E5E4-9FA3-4EF4-9D33-D5B2738F2E5E}" destId="{2AA83376-F1F6-4F72-98F1-091C7F733B94}" srcOrd="0" destOrd="0" presId="urn:microsoft.com/office/officeart/2005/8/layout/hierarchy1"/>
    <dgm:cxn modelId="{C3DB79E2-F5D2-4389-8935-1E1AE80C2777}" type="presOf" srcId="{71C21EF1-8356-4C57-BACC-A88BA8F8A360}" destId="{BDFEB516-9D2C-4183-AAEF-C263558A37AB}" srcOrd="0" destOrd="0" presId="urn:microsoft.com/office/officeart/2005/8/layout/hierarchy1"/>
    <dgm:cxn modelId="{D77C235A-5876-4AF3-88D9-5C8B44BE8784}" srcId="{642ECDD0-9722-4F7A-9536-5199F89275AE}" destId="{5C934FB2-42C5-4D13-A720-9B5B61BE8D2E}" srcOrd="2" destOrd="0" parTransId="{2F20DFDB-C1F3-4368-9CEB-C69F9390A2A0}" sibTransId="{B67B4FE1-D28C-43BB-AA88-4E23B7FB78EB}"/>
    <dgm:cxn modelId="{D182057F-6424-4BE9-9746-34538F6313A1}" type="presOf" srcId="{E0B48508-34B1-4FF1-AC61-96331CD108A1}" destId="{A64148D7-4D3C-49EE-9286-55C5E5280221}" srcOrd="0" destOrd="0" presId="urn:microsoft.com/office/officeart/2005/8/layout/hierarchy1"/>
    <dgm:cxn modelId="{485B35B0-3C07-4944-B574-3FF6567D1E92}" type="presOf" srcId="{D799FFB4-76E0-4571-839E-C70D37E53FFB}" destId="{55931CB8-4EF7-40B6-B392-51F52632F4CD}" srcOrd="0" destOrd="0" presId="urn:microsoft.com/office/officeart/2005/8/layout/hierarchy1"/>
    <dgm:cxn modelId="{7EA97884-C886-457F-8E94-6D6BE565C0BC}" type="presOf" srcId="{642ECDD0-9722-4F7A-9536-5199F89275AE}" destId="{C7273C30-D873-4EC3-97CA-577D398FC1A0}" srcOrd="0" destOrd="0" presId="urn:microsoft.com/office/officeart/2005/8/layout/hierarchy1"/>
    <dgm:cxn modelId="{7356EE5B-A9D0-4968-A69A-CF1EDBB699F3}" srcId="{4B9B81C0-D7E0-4AEB-8A87-02264C721845}" destId="{8D081CD0-D866-4D6E-A8AA-B0488B9F3FE7}" srcOrd="0" destOrd="0" parTransId="{6DC01494-04BA-49BF-89ED-8A613A8B8D70}" sibTransId="{7772D785-3139-4FF0-82C4-84D7CEFDAC6C}"/>
    <dgm:cxn modelId="{9AD9C1C8-F1BC-4841-A6EF-E8E2D24588B2}" srcId="{642ECDD0-9722-4F7A-9536-5199F89275AE}" destId="{4B9B81C0-D7E0-4AEB-8A87-02264C721845}" srcOrd="0" destOrd="0" parTransId="{040D2674-DD40-46F1-87BC-564B78A8EE4C}" sibTransId="{A744D896-514E-4974-A0B2-6F703428B213}"/>
    <dgm:cxn modelId="{FE4527EF-F28E-4F48-9A68-25E377F162A1}" type="presOf" srcId="{6DE20BAD-9BA9-4C65-BAB9-C3E2D7DFBBA4}" destId="{B080D462-4416-445B-B2F2-6333F9C4FE82}" srcOrd="0" destOrd="0" presId="urn:microsoft.com/office/officeart/2005/8/layout/hierarchy1"/>
    <dgm:cxn modelId="{3DCFE067-4D97-4432-A7C5-F64449F3328C}" type="presOf" srcId="{040D2674-DD40-46F1-87BC-564B78A8EE4C}" destId="{C0291645-CBBB-47A6-ABE2-9FD7E2869145}" srcOrd="0" destOrd="0" presId="urn:microsoft.com/office/officeart/2005/8/layout/hierarchy1"/>
    <dgm:cxn modelId="{CC92D9A8-B686-4DFB-8C2C-CF55DC7396C0}" type="presOf" srcId="{824A61E7-6032-4916-AA47-6ED464A523A8}" destId="{B00672A8-D105-463D-B743-1A6F98683F70}" srcOrd="0" destOrd="0" presId="urn:microsoft.com/office/officeart/2005/8/layout/hierarchy1"/>
    <dgm:cxn modelId="{72DCC31C-37E5-4E3D-9E57-CDC3F8E4DF15}" srcId="{71C21EF1-8356-4C57-BACC-A88BA8F8A360}" destId="{04C35057-E336-4B37-8510-20B323F3F4DA}" srcOrd="0" destOrd="0" parTransId="{824A61E7-6032-4916-AA47-6ED464A523A8}" sibTransId="{D1F2C0FA-6771-41DF-898A-265EFF4D41FF}"/>
    <dgm:cxn modelId="{FA7A5B58-2CA7-46CC-9F9F-A9210F475807}" srcId="{1AAF75C4-913E-455F-8D48-171302F167B1}" destId="{642ECDD0-9722-4F7A-9536-5199F89275AE}" srcOrd="0" destOrd="0" parTransId="{C9F036ED-BE93-4962-A4A0-C1E87A50A559}" sibTransId="{00330ADD-8592-44D6-BEBC-ED8AEC4998E6}"/>
    <dgm:cxn modelId="{4CCA0F8F-64D3-45A0-9133-41FC0C402395}" type="presOf" srcId="{08F5C841-FCCC-433A-92DE-63162E73FE09}" destId="{0CB71003-F042-4099-B912-E9216788670C}" srcOrd="0" destOrd="0" presId="urn:microsoft.com/office/officeart/2005/8/layout/hierarchy1"/>
    <dgm:cxn modelId="{7271A578-E4C4-4B39-9271-F6E9DBB10825}" srcId="{642ECDD0-9722-4F7A-9536-5199F89275AE}" destId="{71C21EF1-8356-4C57-BACC-A88BA8F8A360}" srcOrd="1" destOrd="0" parTransId="{00228547-B710-4E5A-B664-0B788E1C7B01}" sibTransId="{0DBD7003-2A34-4BFA-902A-36C4E685FB37}"/>
    <dgm:cxn modelId="{CB45671E-8C7D-43B9-946F-F0D698071A9E}" type="presOf" srcId="{6DC01494-04BA-49BF-89ED-8A613A8B8D70}" destId="{2C40A625-2F1D-4750-AF4D-D50D34E40BA5}" srcOrd="0" destOrd="0" presId="urn:microsoft.com/office/officeart/2005/8/layout/hierarchy1"/>
    <dgm:cxn modelId="{F1B19A85-15B8-46E2-87FF-4BB8FA4F5891}" type="presOf" srcId="{5C934FB2-42C5-4D13-A720-9B5B61BE8D2E}" destId="{88EDA19D-DA12-4CFA-9622-1740D84618B3}" srcOrd="0" destOrd="0" presId="urn:microsoft.com/office/officeart/2005/8/layout/hierarchy1"/>
    <dgm:cxn modelId="{D7C24D68-1B7D-4660-B1F8-C04E0C0E0F1B}" type="presOf" srcId="{D89F4EE5-06C3-4D8F-9A17-481E5BFCE79F}" destId="{F30FE5FF-0F59-4BD8-A59B-8E6FF0CCF933}" srcOrd="0" destOrd="0" presId="urn:microsoft.com/office/officeart/2005/8/layout/hierarchy1"/>
    <dgm:cxn modelId="{74EE83E6-A7D0-4ABC-9DB0-43E4F9318E62}" srcId="{642ECDD0-9722-4F7A-9536-5199F89275AE}" destId="{6DE20BAD-9BA9-4C65-BAB9-C3E2D7DFBBA4}" srcOrd="3" destOrd="0" parTransId="{D799FFB4-76E0-4571-839E-C70D37E53FFB}" sibTransId="{9012EA74-93A1-41BD-9D8F-FD441C5FACC6}"/>
    <dgm:cxn modelId="{16DE8C70-D9F7-467E-A323-CE79626BA624}" type="presOf" srcId="{07286AAB-3F53-49C1-B6F4-7CD777564BBC}" destId="{B2B145F5-EE42-4586-9F84-DBEDA524FAAB}" srcOrd="0" destOrd="0" presId="urn:microsoft.com/office/officeart/2005/8/layout/hierarchy1"/>
    <dgm:cxn modelId="{05026088-83F2-4CFC-9C54-2880ADDB7D2A}" type="presOf" srcId="{4B9B81C0-D7E0-4AEB-8A87-02264C721845}" destId="{3D82F976-D656-4362-A3ED-57C3A803E273}" srcOrd="0" destOrd="0" presId="urn:microsoft.com/office/officeart/2005/8/layout/hierarchy1"/>
    <dgm:cxn modelId="{32349976-1148-47F3-8295-9AF09D67180A}" srcId="{5C934FB2-42C5-4D13-A720-9B5B61BE8D2E}" destId="{E0B48508-34B1-4FF1-AC61-96331CD108A1}" srcOrd="0" destOrd="0" parTransId="{D89F4EE5-06C3-4D8F-9A17-481E5BFCE79F}" sibTransId="{6AA332CE-3631-452B-AA4C-D09CB0B1997A}"/>
    <dgm:cxn modelId="{6C7925C6-32BB-465E-B6ED-B1FC1B186462}" type="presParOf" srcId="{E0CC2944-34BE-40B4-9166-C290BDA35CA9}" destId="{78D60C2A-4CAD-4AE3-B64B-9694D9FB5CC9}" srcOrd="0" destOrd="0" presId="urn:microsoft.com/office/officeart/2005/8/layout/hierarchy1"/>
    <dgm:cxn modelId="{1DE4D723-2999-4BA1-8944-E6153300C9FB}" type="presParOf" srcId="{78D60C2A-4CAD-4AE3-B64B-9694D9FB5CC9}" destId="{24E845AC-ACA9-412B-8006-3D21C6FD0FCE}" srcOrd="0" destOrd="0" presId="urn:microsoft.com/office/officeart/2005/8/layout/hierarchy1"/>
    <dgm:cxn modelId="{1FBFBEA3-901D-4F31-ABCE-FB059DB00C58}" type="presParOf" srcId="{24E845AC-ACA9-412B-8006-3D21C6FD0FCE}" destId="{B1775C34-9B34-405E-8BEE-C6A4F122662E}" srcOrd="0" destOrd="0" presId="urn:microsoft.com/office/officeart/2005/8/layout/hierarchy1"/>
    <dgm:cxn modelId="{B40BEA3E-9B7E-465F-AEC6-9D619D937F40}" type="presParOf" srcId="{24E845AC-ACA9-412B-8006-3D21C6FD0FCE}" destId="{C7273C30-D873-4EC3-97CA-577D398FC1A0}" srcOrd="1" destOrd="0" presId="urn:microsoft.com/office/officeart/2005/8/layout/hierarchy1"/>
    <dgm:cxn modelId="{7E19EEB2-5DF8-43FC-8305-87289A57A686}" type="presParOf" srcId="{78D60C2A-4CAD-4AE3-B64B-9694D9FB5CC9}" destId="{23910A30-39BF-4126-9FA6-719312B2B7B8}" srcOrd="1" destOrd="0" presId="urn:microsoft.com/office/officeart/2005/8/layout/hierarchy1"/>
    <dgm:cxn modelId="{D87775CA-A8DF-4ECF-8676-F23CA4FFF09A}" type="presParOf" srcId="{23910A30-39BF-4126-9FA6-719312B2B7B8}" destId="{C0291645-CBBB-47A6-ABE2-9FD7E2869145}" srcOrd="0" destOrd="0" presId="urn:microsoft.com/office/officeart/2005/8/layout/hierarchy1"/>
    <dgm:cxn modelId="{954693AB-57F3-4ADA-92F9-ED690380A742}" type="presParOf" srcId="{23910A30-39BF-4126-9FA6-719312B2B7B8}" destId="{9897A68F-846A-4D32-9EB1-EA1B909A0581}" srcOrd="1" destOrd="0" presId="urn:microsoft.com/office/officeart/2005/8/layout/hierarchy1"/>
    <dgm:cxn modelId="{5F1910E7-7BD1-41E8-8458-29DB81FE41FC}" type="presParOf" srcId="{9897A68F-846A-4D32-9EB1-EA1B909A0581}" destId="{D57D79D5-BD4A-49F1-B891-B5CEAE15189F}" srcOrd="0" destOrd="0" presId="urn:microsoft.com/office/officeart/2005/8/layout/hierarchy1"/>
    <dgm:cxn modelId="{23B84985-A6AD-415F-BCC6-179AEB4C3451}" type="presParOf" srcId="{D57D79D5-BD4A-49F1-B891-B5CEAE15189F}" destId="{04204875-5491-4638-8BF8-9927BE17BFFA}" srcOrd="0" destOrd="0" presId="urn:microsoft.com/office/officeart/2005/8/layout/hierarchy1"/>
    <dgm:cxn modelId="{7CAD765D-4524-46C0-ACB2-36CA08E0E88E}" type="presParOf" srcId="{D57D79D5-BD4A-49F1-B891-B5CEAE15189F}" destId="{3D82F976-D656-4362-A3ED-57C3A803E273}" srcOrd="1" destOrd="0" presId="urn:microsoft.com/office/officeart/2005/8/layout/hierarchy1"/>
    <dgm:cxn modelId="{18C077EA-A029-4366-A461-BDCF8C922603}" type="presParOf" srcId="{9897A68F-846A-4D32-9EB1-EA1B909A0581}" destId="{8B1D8C6A-EFCA-4E91-A203-4E61E56EC917}" srcOrd="1" destOrd="0" presId="urn:microsoft.com/office/officeart/2005/8/layout/hierarchy1"/>
    <dgm:cxn modelId="{0A03C46C-4B1A-4EAC-85CD-5B15C94DF058}" type="presParOf" srcId="{8B1D8C6A-EFCA-4E91-A203-4E61E56EC917}" destId="{2C40A625-2F1D-4750-AF4D-D50D34E40BA5}" srcOrd="0" destOrd="0" presId="urn:microsoft.com/office/officeart/2005/8/layout/hierarchy1"/>
    <dgm:cxn modelId="{70F08C47-4431-4749-A676-B41F88D282A0}" type="presParOf" srcId="{8B1D8C6A-EFCA-4E91-A203-4E61E56EC917}" destId="{5E021A4E-3039-405F-BA30-62C68498721F}" srcOrd="1" destOrd="0" presId="urn:microsoft.com/office/officeart/2005/8/layout/hierarchy1"/>
    <dgm:cxn modelId="{D4247E38-79B6-4FF5-A37C-1848EE4DF8E3}" type="presParOf" srcId="{5E021A4E-3039-405F-BA30-62C68498721F}" destId="{6727952F-2ED8-4AB3-AC90-766FF8A10B72}" srcOrd="0" destOrd="0" presId="urn:microsoft.com/office/officeart/2005/8/layout/hierarchy1"/>
    <dgm:cxn modelId="{C3678F36-2EEF-427B-B9FF-D42CB9364947}" type="presParOf" srcId="{6727952F-2ED8-4AB3-AC90-766FF8A10B72}" destId="{68831406-1525-4253-89FB-AEC206B6FF20}" srcOrd="0" destOrd="0" presId="urn:microsoft.com/office/officeart/2005/8/layout/hierarchy1"/>
    <dgm:cxn modelId="{D7A8A36A-1F67-4F79-99CC-D9F1CF46D8AD}" type="presParOf" srcId="{6727952F-2ED8-4AB3-AC90-766FF8A10B72}" destId="{FD41250C-5053-4FD5-B6F5-EF5FF2278CAA}" srcOrd="1" destOrd="0" presId="urn:microsoft.com/office/officeart/2005/8/layout/hierarchy1"/>
    <dgm:cxn modelId="{773FE7DB-E97D-499C-99B9-FF381674B718}" type="presParOf" srcId="{5E021A4E-3039-405F-BA30-62C68498721F}" destId="{C8F97CB0-874A-4EF3-9956-74DF854BB550}" srcOrd="1" destOrd="0" presId="urn:microsoft.com/office/officeart/2005/8/layout/hierarchy1"/>
    <dgm:cxn modelId="{D8D90404-607D-4DD3-B5AB-AC8913F56B25}" type="presParOf" srcId="{23910A30-39BF-4126-9FA6-719312B2B7B8}" destId="{53781C00-5896-4E7B-AF59-45594D8971BB}" srcOrd="2" destOrd="0" presId="urn:microsoft.com/office/officeart/2005/8/layout/hierarchy1"/>
    <dgm:cxn modelId="{EF4E65EC-15FD-490E-9CCC-B9C430B065AD}" type="presParOf" srcId="{23910A30-39BF-4126-9FA6-719312B2B7B8}" destId="{D7B7E7F3-B1DD-4CE7-9A23-1DEC49E99AB8}" srcOrd="3" destOrd="0" presId="urn:microsoft.com/office/officeart/2005/8/layout/hierarchy1"/>
    <dgm:cxn modelId="{9C4ED6DB-1B5F-43AD-92E5-6BC457D59E72}" type="presParOf" srcId="{D7B7E7F3-B1DD-4CE7-9A23-1DEC49E99AB8}" destId="{7ADC577B-5304-44C6-898E-20329F502FEB}" srcOrd="0" destOrd="0" presId="urn:microsoft.com/office/officeart/2005/8/layout/hierarchy1"/>
    <dgm:cxn modelId="{30E1B70B-2B29-4C67-A92F-F0F7CCA52209}" type="presParOf" srcId="{7ADC577B-5304-44C6-898E-20329F502FEB}" destId="{C457743C-F998-4287-B31A-8503D8FD987E}" srcOrd="0" destOrd="0" presId="urn:microsoft.com/office/officeart/2005/8/layout/hierarchy1"/>
    <dgm:cxn modelId="{C4D79AB9-2E4F-48E8-8F55-C0C2A8808966}" type="presParOf" srcId="{7ADC577B-5304-44C6-898E-20329F502FEB}" destId="{BDFEB516-9D2C-4183-AAEF-C263558A37AB}" srcOrd="1" destOrd="0" presId="urn:microsoft.com/office/officeart/2005/8/layout/hierarchy1"/>
    <dgm:cxn modelId="{E0010401-C41F-40FD-997E-C2701185A08D}" type="presParOf" srcId="{D7B7E7F3-B1DD-4CE7-9A23-1DEC49E99AB8}" destId="{F75DF7E9-D820-4751-B634-CB1AAD376F7C}" srcOrd="1" destOrd="0" presId="urn:microsoft.com/office/officeart/2005/8/layout/hierarchy1"/>
    <dgm:cxn modelId="{83E71772-6F31-489A-8852-7112A37C9728}" type="presParOf" srcId="{F75DF7E9-D820-4751-B634-CB1AAD376F7C}" destId="{B00672A8-D105-463D-B743-1A6F98683F70}" srcOrd="0" destOrd="0" presId="urn:microsoft.com/office/officeart/2005/8/layout/hierarchy1"/>
    <dgm:cxn modelId="{FD9A1FCB-A28A-4302-B593-6DD6FAB83D66}" type="presParOf" srcId="{F75DF7E9-D820-4751-B634-CB1AAD376F7C}" destId="{20984C1A-2F99-42D3-9BE0-2B7090393C5D}" srcOrd="1" destOrd="0" presId="urn:microsoft.com/office/officeart/2005/8/layout/hierarchy1"/>
    <dgm:cxn modelId="{556E7AAB-A831-457E-ADA8-C87FDD0F2472}" type="presParOf" srcId="{20984C1A-2F99-42D3-9BE0-2B7090393C5D}" destId="{459377F2-8550-43F4-A373-AB2F63E0D578}" srcOrd="0" destOrd="0" presId="urn:microsoft.com/office/officeart/2005/8/layout/hierarchy1"/>
    <dgm:cxn modelId="{C963149C-D168-4EA6-9A93-3A2753BB2915}" type="presParOf" srcId="{459377F2-8550-43F4-A373-AB2F63E0D578}" destId="{13BA0881-4DF9-42D0-8924-892FD281B857}" srcOrd="0" destOrd="0" presId="urn:microsoft.com/office/officeart/2005/8/layout/hierarchy1"/>
    <dgm:cxn modelId="{BCA834EA-65D2-437C-A077-360E968A89A3}" type="presParOf" srcId="{459377F2-8550-43F4-A373-AB2F63E0D578}" destId="{87D7D1BA-0A88-4F4A-8C06-D40A0487777C}" srcOrd="1" destOrd="0" presId="urn:microsoft.com/office/officeart/2005/8/layout/hierarchy1"/>
    <dgm:cxn modelId="{CA7112E4-0A80-40D4-8914-83FB5F8DDA5E}" type="presParOf" srcId="{20984C1A-2F99-42D3-9BE0-2B7090393C5D}" destId="{303E6F14-8E58-4558-9816-D0006B52D8E3}" srcOrd="1" destOrd="0" presId="urn:microsoft.com/office/officeart/2005/8/layout/hierarchy1"/>
    <dgm:cxn modelId="{CF5B5396-7C39-488A-892E-D4CA18F3B5FB}" type="presParOf" srcId="{23910A30-39BF-4126-9FA6-719312B2B7B8}" destId="{01C3DD99-8A00-4BE9-A5BE-CEAD71F48EA0}" srcOrd="4" destOrd="0" presId="urn:microsoft.com/office/officeart/2005/8/layout/hierarchy1"/>
    <dgm:cxn modelId="{7E1D1A72-FDE7-4B0A-AB25-4CCE0CB91BAD}" type="presParOf" srcId="{23910A30-39BF-4126-9FA6-719312B2B7B8}" destId="{EF252169-F12B-4044-832E-6ABF2D069145}" srcOrd="5" destOrd="0" presId="urn:microsoft.com/office/officeart/2005/8/layout/hierarchy1"/>
    <dgm:cxn modelId="{B3B2471D-6A7D-483E-833B-8E7A289489C1}" type="presParOf" srcId="{EF252169-F12B-4044-832E-6ABF2D069145}" destId="{FA448524-ED43-4F61-94C1-E71445C9286A}" srcOrd="0" destOrd="0" presId="urn:microsoft.com/office/officeart/2005/8/layout/hierarchy1"/>
    <dgm:cxn modelId="{A4F07125-0901-441F-819C-D6075B9BC6D4}" type="presParOf" srcId="{FA448524-ED43-4F61-94C1-E71445C9286A}" destId="{78FEE1EE-5259-4EF8-9B7D-701F141BDDFA}" srcOrd="0" destOrd="0" presId="urn:microsoft.com/office/officeart/2005/8/layout/hierarchy1"/>
    <dgm:cxn modelId="{91E9C932-B0EA-41A2-9EB4-E49FBE08C69B}" type="presParOf" srcId="{FA448524-ED43-4F61-94C1-E71445C9286A}" destId="{88EDA19D-DA12-4CFA-9622-1740D84618B3}" srcOrd="1" destOrd="0" presId="urn:microsoft.com/office/officeart/2005/8/layout/hierarchy1"/>
    <dgm:cxn modelId="{9B7DED89-9E31-4C20-9D11-835C177FA521}" type="presParOf" srcId="{EF252169-F12B-4044-832E-6ABF2D069145}" destId="{31F57321-39AC-4C9D-BA5F-236859389EAF}" srcOrd="1" destOrd="0" presId="urn:microsoft.com/office/officeart/2005/8/layout/hierarchy1"/>
    <dgm:cxn modelId="{ADC58C49-79B0-4079-A623-448BA5C1034C}" type="presParOf" srcId="{31F57321-39AC-4C9D-BA5F-236859389EAF}" destId="{F30FE5FF-0F59-4BD8-A59B-8E6FF0CCF933}" srcOrd="0" destOrd="0" presId="urn:microsoft.com/office/officeart/2005/8/layout/hierarchy1"/>
    <dgm:cxn modelId="{D20C3D6A-AF90-4199-A96D-F98B2F42E0AA}" type="presParOf" srcId="{31F57321-39AC-4C9D-BA5F-236859389EAF}" destId="{36419DDF-B2DE-4DF6-8551-014176C1F506}" srcOrd="1" destOrd="0" presId="urn:microsoft.com/office/officeart/2005/8/layout/hierarchy1"/>
    <dgm:cxn modelId="{68318F0D-6460-471F-A689-6EDCA0255149}" type="presParOf" srcId="{36419DDF-B2DE-4DF6-8551-014176C1F506}" destId="{20E04987-264F-447A-8648-05075C5EB1F3}" srcOrd="0" destOrd="0" presId="urn:microsoft.com/office/officeart/2005/8/layout/hierarchy1"/>
    <dgm:cxn modelId="{BE6F7EB9-D8FC-4E4D-9FCA-DD2F7FBF6076}" type="presParOf" srcId="{20E04987-264F-447A-8648-05075C5EB1F3}" destId="{379D8DA7-33B5-456E-B0F1-92D53D0C140F}" srcOrd="0" destOrd="0" presId="urn:microsoft.com/office/officeart/2005/8/layout/hierarchy1"/>
    <dgm:cxn modelId="{FB9CF795-F555-4020-8AED-4972A881C163}" type="presParOf" srcId="{20E04987-264F-447A-8648-05075C5EB1F3}" destId="{A64148D7-4D3C-49EE-9286-55C5E5280221}" srcOrd="1" destOrd="0" presId="urn:microsoft.com/office/officeart/2005/8/layout/hierarchy1"/>
    <dgm:cxn modelId="{3DBBA932-C4CC-4AAD-8343-BEC3AAAB71C4}" type="presParOf" srcId="{36419DDF-B2DE-4DF6-8551-014176C1F506}" destId="{6AE1A7CD-F958-4208-A11B-33AF79A21734}" srcOrd="1" destOrd="0" presId="urn:microsoft.com/office/officeart/2005/8/layout/hierarchy1"/>
    <dgm:cxn modelId="{DD526B42-54B5-4909-97C3-0A230019E886}" type="presParOf" srcId="{23910A30-39BF-4126-9FA6-719312B2B7B8}" destId="{55931CB8-4EF7-40B6-B392-51F52632F4CD}" srcOrd="6" destOrd="0" presId="urn:microsoft.com/office/officeart/2005/8/layout/hierarchy1"/>
    <dgm:cxn modelId="{76496D3F-7358-49C2-9F66-1FCAD60F31E3}" type="presParOf" srcId="{23910A30-39BF-4126-9FA6-719312B2B7B8}" destId="{647502B3-A6AE-4FED-A4C1-8B8045A540C2}" srcOrd="7" destOrd="0" presId="urn:microsoft.com/office/officeart/2005/8/layout/hierarchy1"/>
    <dgm:cxn modelId="{33E07DB8-4C9D-4F1F-B497-9828ADFCFF8E}" type="presParOf" srcId="{647502B3-A6AE-4FED-A4C1-8B8045A540C2}" destId="{761CFE1E-869C-44E4-B22D-0C456809B9A8}" srcOrd="0" destOrd="0" presId="urn:microsoft.com/office/officeart/2005/8/layout/hierarchy1"/>
    <dgm:cxn modelId="{69599C1F-1DD4-464E-BB4A-7C82B920F1DA}" type="presParOf" srcId="{761CFE1E-869C-44E4-B22D-0C456809B9A8}" destId="{70C72063-B709-4896-BD93-1CF1FE4E2D76}" srcOrd="0" destOrd="0" presId="urn:microsoft.com/office/officeart/2005/8/layout/hierarchy1"/>
    <dgm:cxn modelId="{A18B3974-9884-422F-A857-B41B84A91FF5}" type="presParOf" srcId="{761CFE1E-869C-44E4-B22D-0C456809B9A8}" destId="{B080D462-4416-445B-B2F2-6333F9C4FE82}" srcOrd="1" destOrd="0" presId="urn:microsoft.com/office/officeart/2005/8/layout/hierarchy1"/>
    <dgm:cxn modelId="{FDD06A6B-528D-4BD9-A7B2-34686B862CCB}" type="presParOf" srcId="{647502B3-A6AE-4FED-A4C1-8B8045A540C2}" destId="{C3803813-8A48-4E38-A7D6-DE57C9B5ED83}" srcOrd="1" destOrd="0" presId="urn:microsoft.com/office/officeart/2005/8/layout/hierarchy1"/>
    <dgm:cxn modelId="{6FF9AE0E-A447-402E-BE9B-5086C1D8AA86}" type="presParOf" srcId="{23910A30-39BF-4126-9FA6-719312B2B7B8}" destId="{B2B145F5-EE42-4586-9F84-DBEDA524FAAB}" srcOrd="8" destOrd="0" presId="urn:microsoft.com/office/officeart/2005/8/layout/hierarchy1"/>
    <dgm:cxn modelId="{B8CE15BC-FC78-4261-A587-58E879AAC57B}" type="presParOf" srcId="{23910A30-39BF-4126-9FA6-719312B2B7B8}" destId="{B8232F56-FB1D-4B85-A10B-2F15431724F7}" srcOrd="9" destOrd="0" presId="urn:microsoft.com/office/officeart/2005/8/layout/hierarchy1"/>
    <dgm:cxn modelId="{897B9179-A5E8-49BE-96FD-B4FF4E84A1DC}" type="presParOf" srcId="{B8232F56-FB1D-4B85-A10B-2F15431724F7}" destId="{2DC57748-DBD5-4035-BFA6-1103466B2745}" srcOrd="0" destOrd="0" presId="urn:microsoft.com/office/officeart/2005/8/layout/hierarchy1"/>
    <dgm:cxn modelId="{2A32A4D4-64D0-4C3F-B346-51369AAAB3D6}" type="presParOf" srcId="{2DC57748-DBD5-4035-BFA6-1103466B2745}" destId="{08422E83-4A31-4E4A-8A89-8844356EFDCD}" srcOrd="0" destOrd="0" presId="urn:microsoft.com/office/officeart/2005/8/layout/hierarchy1"/>
    <dgm:cxn modelId="{3D87A807-733A-4EEC-9E55-86FBFD5101EE}" type="presParOf" srcId="{2DC57748-DBD5-4035-BFA6-1103466B2745}" destId="{0CB71003-F042-4099-B912-E9216788670C}" srcOrd="1" destOrd="0" presId="urn:microsoft.com/office/officeart/2005/8/layout/hierarchy1"/>
    <dgm:cxn modelId="{82D34212-9BA0-4722-A43D-CD395766CCCE}" type="presParOf" srcId="{B8232F56-FB1D-4B85-A10B-2F15431724F7}" destId="{D1535E88-11A6-42A5-99EF-FE06052B1724}" srcOrd="1" destOrd="0" presId="urn:microsoft.com/office/officeart/2005/8/layout/hierarchy1"/>
    <dgm:cxn modelId="{6A0D3ECA-9CFB-4D8D-B246-DD20050F1E6C}" type="presParOf" srcId="{D1535E88-11A6-42A5-99EF-FE06052B1724}" destId="{2AA83376-F1F6-4F72-98F1-091C7F733B94}" srcOrd="0" destOrd="0" presId="urn:microsoft.com/office/officeart/2005/8/layout/hierarchy1"/>
    <dgm:cxn modelId="{0F1C4FD8-AF81-464A-AC48-3CF33AC70DA7}" type="presParOf" srcId="{D1535E88-11A6-42A5-99EF-FE06052B1724}" destId="{00AF36E2-8289-49E9-88CB-B77DB6F1E187}" srcOrd="1" destOrd="0" presId="urn:microsoft.com/office/officeart/2005/8/layout/hierarchy1"/>
    <dgm:cxn modelId="{C6D520DB-4390-47C0-9DC9-16060BE437A9}" type="presParOf" srcId="{00AF36E2-8289-49E9-88CB-B77DB6F1E187}" destId="{7695C200-3966-4F32-96AC-A7A93E616D23}" srcOrd="0" destOrd="0" presId="urn:microsoft.com/office/officeart/2005/8/layout/hierarchy1"/>
    <dgm:cxn modelId="{175ABA43-6EC3-4585-B400-E7E7C56795BF}" type="presParOf" srcId="{7695C200-3966-4F32-96AC-A7A93E616D23}" destId="{17CB8FE9-8E66-4866-A532-A82B76794AFC}" srcOrd="0" destOrd="0" presId="urn:microsoft.com/office/officeart/2005/8/layout/hierarchy1"/>
    <dgm:cxn modelId="{B5C8E553-4AD2-407E-8572-AFFF4B0509F7}" type="presParOf" srcId="{7695C200-3966-4F32-96AC-A7A93E616D23}" destId="{2D821761-02AF-466B-A616-A6E02F910521}" srcOrd="1" destOrd="0" presId="urn:microsoft.com/office/officeart/2005/8/layout/hierarchy1"/>
    <dgm:cxn modelId="{64682E06-E974-4AD9-82D5-1948CF6E215F}" type="presParOf" srcId="{00AF36E2-8289-49E9-88CB-B77DB6F1E187}" destId="{7379A806-FEFA-4E1D-9680-4C7BE7BADF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A83376-F1F6-4F72-98F1-091C7F733B94}">
      <dsp:nvSpPr>
        <dsp:cNvPr id="0" name=""/>
        <dsp:cNvSpPr/>
      </dsp:nvSpPr>
      <dsp:spPr>
        <a:xfrm>
          <a:off x="7343440" y="2625826"/>
          <a:ext cx="91440" cy="398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863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B145F5-EE42-4586-9F84-DBEDA524FAAB}">
      <dsp:nvSpPr>
        <dsp:cNvPr id="0" name=""/>
        <dsp:cNvSpPr/>
      </dsp:nvSpPr>
      <dsp:spPr>
        <a:xfrm>
          <a:off x="4038652" y="1356821"/>
          <a:ext cx="3350508" cy="398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657"/>
              </a:lnTo>
              <a:lnTo>
                <a:pt x="3350508" y="271657"/>
              </a:lnTo>
              <a:lnTo>
                <a:pt x="3350508" y="39863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931CB8-4EF7-40B6-B392-51F52632F4CD}">
      <dsp:nvSpPr>
        <dsp:cNvPr id="0" name=""/>
        <dsp:cNvSpPr/>
      </dsp:nvSpPr>
      <dsp:spPr>
        <a:xfrm>
          <a:off x="4038652" y="1356821"/>
          <a:ext cx="1675254" cy="398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657"/>
              </a:lnTo>
              <a:lnTo>
                <a:pt x="1675254" y="271657"/>
              </a:lnTo>
              <a:lnTo>
                <a:pt x="1675254" y="39863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0FE5FF-0F59-4BD8-A59B-8E6FF0CCF933}">
      <dsp:nvSpPr>
        <dsp:cNvPr id="0" name=""/>
        <dsp:cNvSpPr/>
      </dsp:nvSpPr>
      <dsp:spPr>
        <a:xfrm>
          <a:off x="3992932" y="2625826"/>
          <a:ext cx="91440" cy="398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863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C3DD99-8A00-4BE9-A5BE-CEAD71F48EA0}">
      <dsp:nvSpPr>
        <dsp:cNvPr id="0" name=""/>
        <dsp:cNvSpPr/>
      </dsp:nvSpPr>
      <dsp:spPr>
        <a:xfrm>
          <a:off x="3992932" y="1356821"/>
          <a:ext cx="91440" cy="398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863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0672A8-D105-463D-B743-1A6F98683F70}">
      <dsp:nvSpPr>
        <dsp:cNvPr id="0" name=""/>
        <dsp:cNvSpPr/>
      </dsp:nvSpPr>
      <dsp:spPr>
        <a:xfrm>
          <a:off x="2317678" y="2625826"/>
          <a:ext cx="91440" cy="398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863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81C00-5896-4E7B-AF59-45594D8971BB}">
      <dsp:nvSpPr>
        <dsp:cNvPr id="0" name=""/>
        <dsp:cNvSpPr/>
      </dsp:nvSpPr>
      <dsp:spPr>
        <a:xfrm>
          <a:off x="2363398" y="1356821"/>
          <a:ext cx="1675254" cy="398634"/>
        </a:xfrm>
        <a:custGeom>
          <a:avLst/>
          <a:gdLst/>
          <a:ahLst/>
          <a:cxnLst/>
          <a:rect l="0" t="0" r="0" b="0"/>
          <a:pathLst>
            <a:path>
              <a:moveTo>
                <a:pt x="1675254" y="0"/>
              </a:moveTo>
              <a:lnTo>
                <a:pt x="1675254" y="271657"/>
              </a:lnTo>
              <a:lnTo>
                <a:pt x="0" y="271657"/>
              </a:lnTo>
              <a:lnTo>
                <a:pt x="0" y="39863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40A625-2F1D-4750-AF4D-D50D34E40BA5}">
      <dsp:nvSpPr>
        <dsp:cNvPr id="0" name=""/>
        <dsp:cNvSpPr/>
      </dsp:nvSpPr>
      <dsp:spPr>
        <a:xfrm>
          <a:off x="642424" y="2625826"/>
          <a:ext cx="91440" cy="3986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8634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291645-CBBB-47A6-ABE2-9FD7E2869145}">
      <dsp:nvSpPr>
        <dsp:cNvPr id="0" name=""/>
        <dsp:cNvSpPr/>
      </dsp:nvSpPr>
      <dsp:spPr>
        <a:xfrm>
          <a:off x="688144" y="1356821"/>
          <a:ext cx="3350508" cy="398634"/>
        </a:xfrm>
        <a:custGeom>
          <a:avLst/>
          <a:gdLst/>
          <a:ahLst/>
          <a:cxnLst/>
          <a:rect l="0" t="0" r="0" b="0"/>
          <a:pathLst>
            <a:path>
              <a:moveTo>
                <a:pt x="3350508" y="0"/>
              </a:moveTo>
              <a:lnTo>
                <a:pt x="3350508" y="271657"/>
              </a:lnTo>
              <a:lnTo>
                <a:pt x="0" y="271657"/>
              </a:lnTo>
              <a:lnTo>
                <a:pt x="0" y="398634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775C34-9B34-405E-8BEE-C6A4F122662E}">
      <dsp:nvSpPr>
        <dsp:cNvPr id="0" name=""/>
        <dsp:cNvSpPr/>
      </dsp:nvSpPr>
      <dsp:spPr>
        <a:xfrm>
          <a:off x="3353320" y="486450"/>
          <a:ext cx="1370662" cy="8703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73C30-D873-4EC3-97CA-577D398FC1A0}">
      <dsp:nvSpPr>
        <dsp:cNvPr id="0" name=""/>
        <dsp:cNvSpPr/>
      </dsp:nvSpPr>
      <dsp:spPr>
        <a:xfrm>
          <a:off x="3505616" y="631131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Project Manager</a:t>
          </a:r>
          <a:endParaRPr lang="es-MX" sz="1500" kern="1200" dirty="0"/>
        </a:p>
      </dsp:txBody>
      <dsp:txXfrm>
        <a:off x="3531108" y="656623"/>
        <a:ext cx="1319678" cy="819386"/>
      </dsp:txXfrm>
    </dsp:sp>
    <dsp:sp modelId="{04204875-5491-4638-8BF8-9927BE17BFFA}">
      <dsp:nvSpPr>
        <dsp:cNvPr id="0" name=""/>
        <dsp:cNvSpPr/>
      </dsp:nvSpPr>
      <dsp:spPr>
        <a:xfrm>
          <a:off x="2812" y="1755455"/>
          <a:ext cx="1370662" cy="8703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2F976-D656-4362-A3ED-57C3A803E273}">
      <dsp:nvSpPr>
        <dsp:cNvPr id="0" name=""/>
        <dsp:cNvSpPr/>
      </dsp:nvSpPr>
      <dsp:spPr>
        <a:xfrm>
          <a:off x="155108" y="1900136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Coordinador de Análisis</a:t>
          </a:r>
          <a:endParaRPr lang="es-MX" sz="1500" kern="1200" dirty="0"/>
        </a:p>
      </dsp:txBody>
      <dsp:txXfrm>
        <a:off x="180600" y="1925628"/>
        <a:ext cx="1319678" cy="819386"/>
      </dsp:txXfrm>
    </dsp:sp>
    <dsp:sp modelId="{68831406-1525-4253-89FB-AEC206B6FF20}">
      <dsp:nvSpPr>
        <dsp:cNvPr id="0" name=""/>
        <dsp:cNvSpPr/>
      </dsp:nvSpPr>
      <dsp:spPr>
        <a:xfrm>
          <a:off x="2812" y="3024460"/>
          <a:ext cx="1370662" cy="8703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1250C-5053-4FD5-B6F5-EF5FF2278CAA}">
      <dsp:nvSpPr>
        <dsp:cNvPr id="0" name=""/>
        <dsp:cNvSpPr/>
      </dsp:nvSpPr>
      <dsp:spPr>
        <a:xfrm>
          <a:off x="155108" y="3169141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Analistas</a:t>
          </a:r>
          <a:endParaRPr lang="es-MX" sz="1500" kern="1200" dirty="0"/>
        </a:p>
      </dsp:txBody>
      <dsp:txXfrm>
        <a:off x="180600" y="3194633"/>
        <a:ext cx="1319678" cy="819386"/>
      </dsp:txXfrm>
    </dsp:sp>
    <dsp:sp modelId="{C457743C-F998-4287-B31A-8503D8FD987E}">
      <dsp:nvSpPr>
        <dsp:cNvPr id="0" name=""/>
        <dsp:cNvSpPr/>
      </dsp:nvSpPr>
      <dsp:spPr>
        <a:xfrm>
          <a:off x="1678066" y="1755455"/>
          <a:ext cx="1370662" cy="8703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EB516-9D2C-4183-AAEF-C263558A37AB}">
      <dsp:nvSpPr>
        <dsp:cNvPr id="0" name=""/>
        <dsp:cNvSpPr/>
      </dsp:nvSpPr>
      <dsp:spPr>
        <a:xfrm>
          <a:off x="1830362" y="1900136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Coordinador de Diseño</a:t>
          </a:r>
          <a:endParaRPr lang="es-MX" sz="1500" kern="1200" dirty="0"/>
        </a:p>
      </dsp:txBody>
      <dsp:txXfrm>
        <a:off x="1855854" y="1925628"/>
        <a:ext cx="1319678" cy="819386"/>
      </dsp:txXfrm>
    </dsp:sp>
    <dsp:sp modelId="{13BA0881-4DF9-42D0-8924-892FD281B857}">
      <dsp:nvSpPr>
        <dsp:cNvPr id="0" name=""/>
        <dsp:cNvSpPr/>
      </dsp:nvSpPr>
      <dsp:spPr>
        <a:xfrm>
          <a:off x="1678066" y="3024460"/>
          <a:ext cx="1370662" cy="8703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7D1BA-0A88-4F4A-8C06-D40A0487777C}">
      <dsp:nvSpPr>
        <dsp:cNvPr id="0" name=""/>
        <dsp:cNvSpPr/>
      </dsp:nvSpPr>
      <dsp:spPr>
        <a:xfrm>
          <a:off x="1830362" y="3169141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Diseñadores</a:t>
          </a:r>
          <a:endParaRPr lang="es-MX" sz="1500" kern="1200" dirty="0"/>
        </a:p>
      </dsp:txBody>
      <dsp:txXfrm>
        <a:off x="1855854" y="3194633"/>
        <a:ext cx="1319678" cy="819386"/>
      </dsp:txXfrm>
    </dsp:sp>
    <dsp:sp modelId="{78FEE1EE-5259-4EF8-9B7D-701F141BDDFA}">
      <dsp:nvSpPr>
        <dsp:cNvPr id="0" name=""/>
        <dsp:cNvSpPr/>
      </dsp:nvSpPr>
      <dsp:spPr>
        <a:xfrm>
          <a:off x="3353320" y="1755455"/>
          <a:ext cx="1370662" cy="8703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DA19D-DA12-4CFA-9622-1740D84618B3}">
      <dsp:nvSpPr>
        <dsp:cNvPr id="0" name=""/>
        <dsp:cNvSpPr/>
      </dsp:nvSpPr>
      <dsp:spPr>
        <a:xfrm>
          <a:off x="3505616" y="1900136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Coordinador de Desarrollo</a:t>
          </a:r>
          <a:endParaRPr lang="es-MX" sz="1500" kern="1200" dirty="0"/>
        </a:p>
      </dsp:txBody>
      <dsp:txXfrm>
        <a:off x="3531108" y="1925628"/>
        <a:ext cx="1319678" cy="819386"/>
      </dsp:txXfrm>
    </dsp:sp>
    <dsp:sp modelId="{379D8DA7-33B5-456E-B0F1-92D53D0C140F}">
      <dsp:nvSpPr>
        <dsp:cNvPr id="0" name=""/>
        <dsp:cNvSpPr/>
      </dsp:nvSpPr>
      <dsp:spPr>
        <a:xfrm>
          <a:off x="3353320" y="3024460"/>
          <a:ext cx="1370662" cy="8703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148D7-4D3C-49EE-9286-55C5E5280221}">
      <dsp:nvSpPr>
        <dsp:cNvPr id="0" name=""/>
        <dsp:cNvSpPr/>
      </dsp:nvSpPr>
      <dsp:spPr>
        <a:xfrm>
          <a:off x="3505616" y="3169141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Programadores</a:t>
          </a:r>
          <a:endParaRPr lang="es-MX" sz="1500" kern="1200" dirty="0"/>
        </a:p>
      </dsp:txBody>
      <dsp:txXfrm>
        <a:off x="3531108" y="3194633"/>
        <a:ext cx="1319678" cy="819386"/>
      </dsp:txXfrm>
    </dsp:sp>
    <dsp:sp modelId="{70C72063-B709-4896-BD93-1CF1FE4E2D76}">
      <dsp:nvSpPr>
        <dsp:cNvPr id="0" name=""/>
        <dsp:cNvSpPr/>
      </dsp:nvSpPr>
      <dsp:spPr>
        <a:xfrm>
          <a:off x="5028574" y="1755455"/>
          <a:ext cx="1370662" cy="8703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0D462-4416-445B-B2F2-6333F9C4FE82}">
      <dsp:nvSpPr>
        <dsp:cNvPr id="0" name=""/>
        <dsp:cNvSpPr/>
      </dsp:nvSpPr>
      <dsp:spPr>
        <a:xfrm>
          <a:off x="5180870" y="1900136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Arquitecto</a:t>
          </a:r>
          <a:endParaRPr lang="es-MX" sz="1500" kern="1200" dirty="0"/>
        </a:p>
      </dsp:txBody>
      <dsp:txXfrm>
        <a:off x="5206362" y="1925628"/>
        <a:ext cx="1319678" cy="819386"/>
      </dsp:txXfrm>
    </dsp:sp>
    <dsp:sp modelId="{08422E83-4A31-4E4A-8A89-8844356EFDCD}">
      <dsp:nvSpPr>
        <dsp:cNvPr id="0" name=""/>
        <dsp:cNvSpPr/>
      </dsp:nvSpPr>
      <dsp:spPr>
        <a:xfrm>
          <a:off x="6703828" y="1755455"/>
          <a:ext cx="1370662" cy="87037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71003-F042-4099-B912-E9216788670C}">
      <dsp:nvSpPr>
        <dsp:cNvPr id="0" name=""/>
        <dsp:cNvSpPr/>
      </dsp:nvSpPr>
      <dsp:spPr>
        <a:xfrm>
          <a:off x="6856124" y="1900136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smtClean="0"/>
            <a:t>Coordinador de Pruebas</a:t>
          </a:r>
          <a:endParaRPr lang="es-MX" sz="1500" kern="1200" dirty="0"/>
        </a:p>
      </dsp:txBody>
      <dsp:txXfrm>
        <a:off x="6881616" y="1925628"/>
        <a:ext cx="1319678" cy="819386"/>
      </dsp:txXfrm>
    </dsp:sp>
    <dsp:sp modelId="{17CB8FE9-8E66-4866-A532-A82B76794AFC}">
      <dsp:nvSpPr>
        <dsp:cNvPr id="0" name=""/>
        <dsp:cNvSpPr/>
      </dsp:nvSpPr>
      <dsp:spPr>
        <a:xfrm>
          <a:off x="6703828" y="3024460"/>
          <a:ext cx="1370662" cy="8703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21761-02AF-466B-A616-A6E02F910521}">
      <dsp:nvSpPr>
        <dsp:cNvPr id="0" name=""/>
        <dsp:cNvSpPr/>
      </dsp:nvSpPr>
      <dsp:spPr>
        <a:xfrm>
          <a:off x="6856124" y="3169141"/>
          <a:ext cx="1370662" cy="8703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500" kern="1200" dirty="0" err="1" smtClean="0"/>
            <a:t>Testers</a:t>
          </a:r>
          <a:endParaRPr lang="es-MX" sz="1500" kern="1200" dirty="0"/>
        </a:p>
      </dsp:txBody>
      <dsp:txXfrm>
        <a:off x="6881616" y="3194633"/>
        <a:ext cx="1319678" cy="819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579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479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206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93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07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936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167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525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467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013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634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5EF47-8734-4B38-BF8B-936C19448C29}" type="datetimeFigureOut">
              <a:rPr lang="es-MX" smtClean="0"/>
              <a:t>09/05/2014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2CC79-4ECA-4669-9569-63E5348838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639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470025"/>
          </a:xfrm>
        </p:spPr>
        <p:txBody>
          <a:bodyPr/>
          <a:lstStyle/>
          <a:p>
            <a:r>
              <a:rPr lang="es-MX" dirty="0" smtClean="0"/>
              <a:t>Sistema Integral de Gestión de Radiológica (SIGRA)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1752600"/>
          </a:xfrm>
        </p:spPr>
        <p:txBody>
          <a:bodyPr/>
          <a:lstStyle/>
          <a:p>
            <a:r>
              <a:rPr lang="es-MX" dirty="0" smtClean="0"/>
              <a:t>Reunión de Inicio  del proyecto SIGRA (</a:t>
            </a:r>
            <a:r>
              <a:rPr lang="es-MX" dirty="0" err="1" smtClean="0"/>
              <a:t>Kick</a:t>
            </a:r>
            <a:r>
              <a:rPr lang="es-MX" dirty="0" smtClean="0"/>
              <a:t> off)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863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Objetivo del Proyecto</a:t>
            </a:r>
            <a:endParaRPr lang="es-MX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Desarrollar una herramienta que facilite la comunicación entre los permisionarios y la CNSNS.</a:t>
            </a:r>
          </a:p>
          <a:p>
            <a:r>
              <a:rPr lang="es-MX" dirty="0" smtClean="0"/>
              <a:t>Integrar a la CNSNS a gob.mx</a:t>
            </a:r>
          </a:p>
          <a:p>
            <a:r>
              <a:rPr lang="es-MX" dirty="0" smtClean="0"/>
              <a:t>Generar una herramienta que ayude tener un mejor control sobre las solicitudes de tramite, evitando el retraso en las respuestas de </a:t>
            </a:r>
            <a:r>
              <a:rPr lang="es-MX" smtClean="0"/>
              <a:t>las solicitudes.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435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Alcance del Proyecto</a:t>
            </a:r>
            <a:endParaRPr lang="es-MX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83" y="1600200"/>
            <a:ext cx="6997034" cy="4525963"/>
          </a:xfrm>
        </p:spPr>
      </p:pic>
    </p:spTree>
    <p:extLst>
      <p:ext uri="{BB962C8B-B14F-4D97-AF65-F5344CB8AC3E}">
        <p14:creationId xmlns:p14="http://schemas.microsoft.com/office/powerpoint/2010/main" val="356654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Alcance de la fase II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Implementación </a:t>
            </a:r>
            <a:r>
              <a:rPr lang="es-MX" dirty="0"/>
              <a:t>del Repositorio de </a:t>
            </a:r>
            <a:r>
              <a:rPr lang="es-MX" dirty="0" smtClean="0"/>
              <a:t>información base.</a:t>
            </a:r>
          </a:p>
          <a:p>
            <a:r>
              <a:rPr lang="es-MX" dirty="0" smtClean="0"/>
              <a:t>Documentación </a:t>
            </a:r>
            <a:r>
              <a:rPr lang="es-MX" dirty="0"/>
              <a:t>de los procesos necesarios para 5 </a:t>
            </a:r>
            <a:r>
              <a:rPr lang="es-MX" dirty="0" smtClean="0"/>
              <a:t>tramites.</a:t>
            </a:r>
          </a:p>
          <a:p>
            <a:r>
              <a:rPr lang="es-MX" dirty="0" smtClean="0"/>
              <a:t>Versión </a:t>
            </a:r>
            <a:r>
              <a:rPr lang="es-MX" dirty="0"/>
              <a:t>inicial del Gestor de solicitud de </a:t>
            </a:r>
            <a:r>
              <a:rPr lang="es-MX" dirty="0" smtClean="0"/>
              <a:t>tramites.</a:t>
            </a:r>
          </a:p>
          <a:p>
            <a:r>
              <a:rPr lang="es-MX" dirty="0" smtClean="0"/>
              <a:t>Versi</a:t>
            </a:r>
            <a:r>
              <a:rPr lang="es-MX" dirty="0"/>
              <a:t>ó</a:t>
            </a:r>
            <a:r>
              <a:rPr lang="es-MX" dirty="0" smtClean="0"/>
              <a:t>n inicial del Gestor de evaluaci</a:t>
            </a:r>
            <a:r>
              <a:rPr lang="es-MX" dirty="0"/>
              <a:t>ó</a:t>
            </a:r>
            <a:r>
              <a:rPr lang="es-MX" dirty="0" smtClean="0"/>
              <a:t>n de trámites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571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</a:t>
            </a:r>
            <a:endParaRPr lang="es-MX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066" y="1235893"/>
            <a:ext cx="8589414" cy="5217443"/>
          </a:xfrm>
        </p:spPr>
      </p:pic>
    </p:spTree>
    <p:extLst>
      <p:ext uri="{BB962C8B-B14F-4D97-AF65-F5344CB8AC3E}">
        <p14:creationId xmlns:p14="http://schemas.microsoft.com/office/powerpoint/2010/main" val="199718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Proceso</a:t>
            </a:r>
            <a:endParaRPr lang="es-MX" dirty="0"/>
          </a:p>
        </p:txBody>
      </p:sp>
      <p:pic>
        <p:nvPicPr>
          <p:cNvPr id="4" name="3 Marcador de contenido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56792"/>
            <a:ext cx="8229600" cy="4200503"/>
          </a:xfrm>
        </p:spPr>
      </p:pic>
    </p:spTree>
    <p:extLst>
      <p:ext uri="{BB962C8B-B14F-4D97-AF65-F5344CB8AC3E}">
        <p14:creationId xmlns:p14="http://schemas.microsoft.com/office/powerpoint/2010/main" val="186332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Organigrama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63515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489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smtClean="0"/>
              <a:t>Project Manager</a:t>
            </a:r>
          </a:p>
          <a:p>
            <a:pPr lvl="1"/>
            <a:r>
              <a:rPr lang="es-MX" dirty="0"/>
              <a:t>Reconocer los riesgos que puedan impactar la probabilidad de éxito del proyecto.</a:t>
            </a:r>
          </a:p>
          <a:p>
            <a:pPr lvl="1"/>
            <a:r>
              <a:rPr lang="es-MX" dirty="0"/>
              <a:t>Crear políticas para reducir el impacto de los riesgos.</a:t>
            </a:r>
          </a:p>
          <a:p>
            <a:pPr lvl="1"/>
            <a:r>
              <a:rPr lang="es-MX" dirty="0"/>
              <a:t>Planear la ejecución del proyecto en su totalidad.</a:t>
            </a:r>
          </a:p>
          <a:p>
            <a:pPr lvl="1"/>
            <a:r>
              <a:rPr lang="es-MX" dirty="0"/>
              <a:t>Resolver los problemas que se presenten durante la ejecución del proyecto.</a:t>
            </a:r>
          </a:p>
          <a:p>
            <a:pPr lvl="1"/>
            <a:r>
              <a:rPr lang="es-MX" dirty="0"/>
              <a:t>Crear acuerdos entre los coordinadores de las áreas involucradas en el proyecto.</a:t>
            </a:r>
          </a:p>
        </p:txBody>
      </p:sp>
    </p:spTree>
    <p:extLst>
      <p:ext uri="{BB962C8B-B14F-4D97-AF65-F5344CB8AC3E}">
        <p14:creationId xmlns:p14="http://schemas.microsoft.com/office/powerpoint/2010/main" val="143552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MX" sz="1800" dirty="0" smtClean="0"/>
              <a:t>Coordinador de Análisis</a:t>
            </a:r>
          </a:p>
          <a:p>
            <a:pPr lvl="1"/>
            <a:r>
              <a:rPr lang="es-MX" sz="1400" dirty="0"/>
              <a:t>Establecer la forma de trabajo de los analistas y darla a conocer a todo el equipo.</a:t>
            </a:r>
          </a:p>
          <a:p>
            <a:pPr lvl="1"/>
            <a:r>
              <a:rPr lang="es-MX" sz="1400" dirty="0"/>
              <a:t>Asignar tareas a los miembros del equipo de análisis.</a:t>
            </a:r>
          </a:p>
          <a:p>
            <a:pPr lvl="1"/>
            <a:r>
              <a:rPr lang="es-MX" sz="1400" dirty="0"/>
              <a:t>Realizar entrevistas a los usuarios.</a:t>
            </a:r>
          </a:p>
          <a:p>
            <a:pPr lvl="1"/>
            <a:r>
              <a:rPr lang="es-MX" sz="1400" dirty="0"/>
              <a:t>Registrar los tiempos requeridos para realizar las tareas de análisis.</a:t>
            </a:r>
          </a:p>
          <a:p>
            <a:pPr lvl="1"/>
            <a:r>
              <a:rPr lang="es-MX" sz="1400" dirty="0"/>
              <a:t>Realizar el mapeo de procesos.</a:t>
            </a:r>
          </a:p>
          <a:p>
            <a:pPr lvl="1"/>
            <a:r>
              <a:rPr lang="es-MX" sz="1400" dirty="0"/>
              <a:t>Documentar requerimientos.</a:t>
            </a:r>
          </a:p>
          <a:p>
            <a:pPr lvl="1"/>
            <a:r>
              <a:rPr lang="es-MX" sz="1400" dirty="0"/>
              <a:t>Documentar casos de uso.</a:t>
            </a:r>
          </a:p>
          <a:p>
            <a:pPr lvl="1"/>
            <a:r>
              <a:rPr lang="es-MX" sz="1400" dirty="0"/>
              <a:t>Identificar y documentar reglas y términos de negocio.</a:t>
            </a:r>
          </a:p>
          <a:p>
            <a:pPr lvl="1"/>
            <a:r>
              <a:rPr lang="es-MX" sz="1400" dirty="0"/>
              <a:t>Diseñar pantallas.</a:t>
            </a:r>
          </a:p>
          <a:p>
            <a:pPr lvl="1"/>
            <a:r>
              <a:rPr lang="es-MX" sz="1400" dirty="0"/>
              <a:t>Realizar mapas de navegación.</a:t>
            </a:r>
          </a:p>
          <a:p>
            <a:pPr lvl="1"/>
            <a:r>
              <a:rPr lang="es-MX" sz="1400" dirty="0"/>
              <a:t>Responder las dudas en torno al análisis.</a:t>
            </a:r>
          </a:p>
          <a:p>
            <a:pPr lvl="1"/>
            <a:r>
              <a:rPr lang="es-MX" sz="1400" dirty="0"/>
              <a:t>Supervisar el avance del equipo de análisis.</a:t>
            </a:r>
          </a:p>
          <a:p>
            <a:pPr lvl="1"/>
            <a:r>
              <a:rPr lang="es-MX" sz="1400" dirty="0"/>
              <a:t>Establecer acuerdos con el resto de los coordinadores.</a:t>
            </a:r>
          </a:p>
          <a:p>
            <a:pPr lvl="1"/>
            <a:r>
              <a:rPr lang="es-MX" sz="1400" dirty="0"/>
              <a:t>Verificar el trabajo de los analistas.</a:t>
            </a:r>
          </a:p>
          <a:p>
            <a:pPr lvl="1"/>
            <a:r>
              <a:rPr lang="es-MX" sz="1400" dirty="0"/>
              <a:t>Participar en las reuniones de mejora de procesos.</a:t>
            </a:r>
          </a:p>
          <a:p>
            <a:pPr lvl="1"/>
            <a:r>
              <a:rPr lang="es-MX" sz="1400" dirty="0"/>
              <a:t>Documentar lecciones aprendidas.</a:t>
            </a:r>
          </a:p>
        </p:txBody>
      </p:sp>
    </p:spTree>
    <p:extLst>
      <p:ext uri="{BB962C8B-B14F-4D97-AF65-F5344CB8AC3E}">
        <p14:creationId xmlns:p14="http://schemas.microsoft.com/office/powerpoint/2010/main" val="186145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 smtClean="0"/>
              <a:t>Analista</a:t>
            </a:r>
          </a:p>
          <a:p>
            <a:pPr lvl="1"/>
            <a:r>
              <a:rPr lang="es-MX" dirty="0"/>
              <a:t>Realizar entrevistas a los usuarios.</a:t>
            </a:r>
          </a:p>
          <a:p>
            <a:pPr lvl="1"/>
            <a:r>
              <a:rPr lang="es-MX" dirty="0"/>
              <a:t>Realizar el mapeo de procesos.</a:t>
            </a:r>
          </a:p>
          <a:p>
            <a:pPr lvl="1"/>
            <a:r>
              <a:rPr lang="es-MX" dirty="0"/>
              <a:t>Documentar requerimientos.</a:t>
            </a:r>
          </a:p>
          <a:p>
            <a:pPr lvl="1"/>
            <a:r>
              <a:rPr lang="es-MX" dirty="0"/>
              <a:t>Documentar casos de uso.</a:t>
            </a:r>
          </a:p>
          <a:p>
            <a:pPr lvl="1"/>
            <a:r>
              <a:rPr lang="es-MX" dirty="0"/>
              <a:t>Identificar y documentar reglas y términos de negocio.</a:t>
            </a:r>
          </a:p>
          <a:p>
            <a:pPr lvl="1"/>
            <a:r>
              <a:rPr lang="es-MX" dirty="0"/>
              <a:t>Diseñar pantallas.</a:t>
            </a:r>
          </a:p>
          <a:p>
            <a:pPr lvl="1"/>
            <a:r>
              <a:rPr lang="es-MX" dirty="0"/>
              <a:t>Realizar mapas de navegación.</a:t>
            </a:r>
          </a:p>
          <a:p>
            <a:pPr lvl="1"/>
            <a:r>
              <a:rPr lang="es-MX" dirty="0"/>
              <a:t>Notificar avance al Coordinador de Análisis.</a:t>
            </a:r>
          </a:p>
          <a:p>
            <a:pPr lvl="1"/>
            <a:r>
              <a:rPr lang="es-MX" dirty="0"/>
              <a:t>Notificar cualquier cambio al alcance al Coordinador de Análisis.</a:t>
            </a:r>
          </a:p>
          <a:p>
            <a:pPr lvl="1"/>
            <a:r>
              <a:rPr lang="es-MX" dirty="0"/>
              <a:t>Documentar lecciones aprendidas.</a:t>
            </a:r>
          </a:p>
          <a:p>
            <a:pPr lvl="1"/>
            <a:r>
              <a:rPr lang="es-MX" dirty="0"/>
              <a:t>Participar en las reuniones de mejoras de procesos.</a:t>
            </a:r>
          </a:p>
        </p:txBody>
      </p:sp>
    </p:spTree>
    <p:extLst>
      <p:ext uri="{BB962C8B-B14F-4D97-AF65-F5344CB8AC3E}">
        <p14:creationId xmlns:p14="http://schemas.microsoft.com/office/powerpoint/2010/main" val="186145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MX" dirty="0" smtClean="0"/>
              <a:t>Coordinador de Diseño</a:t>
            </a:r>
          </a:p>
          <a:p>
            <a:pPr lvl="1"/>
            <a:r>
              <a:rPr lang="es-MX" dirty="0"/>
              <a:t>Establecer la forma de trabajo de los diseñadores y darla a conocer a todo el equipo.</a:t>
            </a:r>
          </a:p>
          <a:p>
            <a:pPr lvl="1"/>
            <a:r>
              <a:rPr lang="es-MX" dirty="0"/>
              <a:t>Planear las actividades de la etapa de diseño.</a:t>
            </a:r>
          </a:p>
          <a:p>
            <a:pPr lvl="1"/>
            <a:r>
              <a:rPr lang="es-MX" dirty="0"/>
              <a:t>Asignar tareas a los miembros del equipo de diseño.</a:t>
            </a:r>
          </a:p>
          <a:p>
            <a:pPr lvl="1"/>
            <a:r>
              <a:rPr lang="es-MX" dirty="0"/>
              <a:t>Traducir los elementos de análisis a en clases y entidades.</a:t>
            </a:r>
          </a:p>
          <a:p>
            <a:pPr lvl="1"/>
            <a:r>
              <a:rPr lang="es-MX" dirty="0"/>
              <a:t>Realizar los diagramas de secuencia para los procesos del sistema.</a:t>
            </a:r>
          </a:p>
          <a:p>
            <a:pPr lvl="1"/>
            <a:r>
              <a:rPr lang="es-MX" dirty="0"/>
              <a:t>Generar el diagrama entidad-relación de la base de datos.</a:t>
            </a:r>
          </a:p>
          <a:p>
            <a:pPr lvl="1"/>
            <a:r>
              <a:rPr lang="es-MX" dirty="0"/>
              <a:t>Responder las dudas en torno al diseño del sistema.</a:t>
            </a:r>
          </a:p>
          <a:p>
            <a:pPr lvl="1"/>
            <a:r>
              <a:rPr lang="es-MX" dirty="0"/>
              <a:t>Supervisar el avance del equipo de diseño.</a:t>
            </a:r>
          </a:p>
          <a:p>
            <a:pPr lvl="1"/>
            <a:r>
              <a:rPr lang="es-MX" dirty="0"/>
              <a:t>Establecer acuerdos con el resto de los coordinadores.</a:t>
            </a:r>
          </a:p>
          <a:p>
            <a:pPr lvl="1"/>
            <a:r>
              <a:rPr lang="es-MX" dirty="0"/>
              <a:t>Verificar el trabajo de los diseñadores.</a:t>
            </a:r>
          </a:p>
          <a:p>
            <a:pPr lvl="1"/>
            <a:r>
              <a:rPr lang="es-MX" dirty="0"/>
              <a:t>Apoyar al arquitecto de software en la definición de la infraestructura.</a:t>
            </a:r>
          </a:p>
          <a:p>
            <a:pPr lvl="1"/>
            <a:r>
              <a:rPr lang="es-MX" dirty="0"/>
              <a:t>Participar en las reuniones de mejora de procesos.</a:t>
            </a:r>
          </a:p>
          <a:p>
            <a:pPr lvl="1"/>
            <a:r>
              <a:rPr lang="es-MX" dirty="0"/>
              <a:t>Registrar los tiempos requeridos para realizar las tareas de diseño.</a:t>
            </a:r>
          </a:p>
          <a:p>
            <a:pPr lvl="1"/>
            <a:r>
              <a:rPr lang="es-MX" dirty="0"/>
              <a:t>Documentar lecciones aprendidas.</a:t>
            </a:r>
          </a:p>
        </p:txBody>
      </p:sp>
    </p:spTree>
    <p:extLst>
      <p:ext uri="{BB962C8B-B14F-4D97-AF65-F5344CB8AC3E}">
        <p14:creationId xmlns:p14="http://schemas.microsoft.com/office/powerpoint/2010/main" val="186145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Diseñador</a:t>
            </a:r>
          </a:p>
          <a:p>
            <a:pPr lvl="1"/>
            <a:r>
              <a:rPr lang="es-MX" dirty="0"/>
              <a:t>Traducir los elementos de análisis en clases y entidades.</a:t>
            </a:r>
          </a:p>
          <a:p>
            <a:pPr lvl="1"/>
            <a:r>
              <a:rPr lang="es-MX" dirty="0"/>
              <a:t>Generar el diagrama entidad-relación de la base de datos.</a:t>
            </a:r>
          </a:p>
          <a:p>
            <a:pPr lvl="1"/>
            <a:r>
              <a:rPr lang="es-MX" dirty="0"/>
              <a:t>Realizar los diagramas de secuencia para los procesos del sistema.</a:t>
            </a:r>
          </a:p>
          <a:p>
            <a:pPr lvl="1"/>
            <a:r>
              <a:rPr lang="es-MX" dirty="0"/>
              <a:t>Informar al Coordinador de Diseño sobre posibles cambios o problemas en la arquitectura del sistema.</a:t>
            </a:r>
          </a:p>
          <a:p>
            <a:pPr lvl="1"/>
            <a:r>
              <a:rPr lang="es-MX" dirty="0"/>
              <a:t>Notificar al Coordinador de Diseño el avance.</a:t>
            </a:r>
          </a:p>
          <a:p>
            <a:pPr lvl="1"/>
            <a:r>
              <a:rPr lang="es-MX" dirty="0"/>
              <a:t>Participar en las reuniones de mejoras de procesos.</a:t>
            </a:r>
          </a:p>
          <a:p>
            <a:pPr lvl="1"/>
            <a:r>
              <a:rPr lang="es-MX" dirty="0"/>
              <a:t>Documentar lecciones aprendidas.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6145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MX" dirty="0" smtClean="0"/>
              <a:t>Coordinador de Desarrollo</a:t>
            </a:r>
          </a:p>
          <a:p>
            <a:pPr lvl="1"/>
            <a:r>
              <a:rPr lang="es-MX" dirty="0"/>
              <a:t>Establecer la forma de trabajo de los programadores y darla a conocer a todo el equipo.</a:t>
            </a:r>
          </a:p>
          <a:p>
            <a:pPr lvl="1"/>
            <a:r>
              <a:rPr lang="es-MX" dirty="0"/>
              <a:t>Planear las actividades de la etapa de implementación.</a:t>
            </a:r>
          </a:p>
          <a:p>
            <a:pPr lvl="1"/>
            <a:r>
              <a:rPr lang="es-MX" dirty="0"/>
              <a:t>Asignar tareas a los miembros del equipo de desarrollo.</a:t>
            </a:r>
          </a:p>
          <a:p>
            <a:pPr lvl="1"/>
            <a:r>
              <a:rPr lang="es-MX" dirty="0"/>
              <a:t>Implementar los componentes necesarios para los casos de uso asignados, definidos en el diseño.</a:t>
            </a:r>
          </a:p>
          <a:p>
            <a:pPr lvl="1"/>
            <a:r>
              <a:rPr lang="es-MX" dirty="0"/>
              <a:t>Realizar pruebas funcionales sobre los elementos programados.</a:t>
            </a:r>
          </a:p>
          <a:p>
            <a:pPr lvl="1"/>
            <a:r>
              <a:rPr lang="es-MX" dirty="0"/>
              <a:t>Aplicar las buenas prácticas de programación definidas para el proyecto.</a:t>
            </a:r>
          </a:p>
          <a:p>
            <a:pPr lvl="1"/>
            <a:r>
              <a:rPr lang="es-MX" dirty="0"/>
              <a:t>Asegurar la integración de los módulos del sistema.</a:t>
            </a:r>
          </a:p>
          <a:p>
            <a:pPr lvl="1"/>
            <a:r>
              <a:rPr lang="es-MX" dirty="0"/>
              <a:t>Responder las dudas en torno a la programación del sistema.</a:t>
            </a:r>
          </a:p>
          <a:p>
            <a:pPr lvl="1"/>
            <a:r>
              <a:rPr lang="es-MX" dirty="0"/>
              <a:t>Supervisar el avance del equipo de desarrollo.</a:t>
            </a:r>
          </a:p>
          <a:p>
            <a:pPr lvl="1"/>
            <a:r>
              <a:rPr lang="es-MX" dirty="0"/>
              <a:t>Establecer acuerdos con el resto de los coordinadores.</a:t>
            </a:r>
          </a:p>
          <a:p>
            <a:pPr lvl="1"/>
            <a:r>
              <a:rPr lang="es-MX" dirty="0"/>
              <a:t>Verificar el trabajo de los programadores.</a:t>
            </a:r>
          </a:p>
          <a:p>
            <a:pPr lvl="1"/>
            <a:r>
              <a:rPr lang="es-MX" dirty="0"/>
              <a:t>Apoyar al arquitecto de software en la definición de la infraestructura.</a:t>
            </a:r>
          </a:p>
          <a:p>
            <a:pPr lvl="1"/>
            <a:r>
              <a:rPr lang="es-MX" dirty="0"/>
              <a:t>Participar en las reuniones de mejora de procesos.</a:t>
            </a:r>
          </a:p>
          <a:p>
            <a:pPr lvl="1"/>
            <a:r>
              <a:rPr lang="es-MX" dirty="0"/>
              <a:t>Definir la forma de solucionar las incidencias reportadas en la programación.</a:t>
            </a:r>
          </a:p>
          <a:p>
            <a:pPr lvl="1"/>
            <a:r>
              <a:rPr lang="es-MX" dirty="0"/>
              <a:t>Registrar los tiempos requeridos para realizar las tareas de desarrollo.</a:t>
            </a:r>
          </a:p>
          <a:p>
            <a:pPr lvl="1"/>
            <a:r>
              <a:rPr lang="es-MX" dirty="0"/>
              <a:t>Documentar lecciones aprendidas.</a:t>
            </a:r>
          </a:p>
        </p:txBody>
      </p:sp>
    </p:spTree>
    <p:extLst>
      <p:ext uri="{BB962C8B-B14F-4D97-AF65-F5344CB8AC3E}">
        <p14:creationId xmlns:p14="http://schemas.microsoft.com/office/powerpoint/2010/main" val="186145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Programador</a:t>
            </a:r>
          </a:p>
          <a:p>
            <a:pPr lvl="1"/>
            <a:r>
              <a:rPr lang="es-MX" dirty="0"/>
              <a:t>Implementar los componentes necesarios para los casos de uso asignados, definidos en el diseño.</a:t>
            </a:r>
          </a:p>
          <a:p>
            <a:pPr lvl="1"/>
            <a:r>
              <a:rPr lang="es-MX" dirty="0"/>
              <a:t>Realizar pruebas funcionales sobre los elementos programados.</a:t>
            </a:r>
          </a:p>
          <a:p>
            <a:pPr lvl="1"/>
            <a:r>
              <a:rPr lang="es-MX" dirty="0"/>
              <a:t>Aplicar las buenas prácticas de programación definidas para el proyecto.</a:t>
            </a:r>
          </a:p>
          <a:p>
            <a:pPr lvl="1"/>
            <a:r>
              <a:rPr lang="es-MX" dirty="0"/>
              <a:t>Asegurar la integración de los módulos del sistema.</a:t>
            </a:r>
          </a:p>
          <a:p>
            <a:pPr lvl="1"/>
            <a:r>
              <a:rPr lang="es-MX" dirty="0"/>
              <a:t>Notificar el avance al Coordinador de Programación.</a:t>
            </a:r>
          </a:p>
          <a:p>
            <a:pPr lvl="1"/>
            <a:r>
              <a:rPr lang="es-MX" dirty="0"/>
              <a:t>Participar en las reuniones de mejoras de procesos.</a:t>
            </a:r>
          </a:p>
          <a:p>
            <a:pPr lvl="1"/>
            <a:r>
              <a:rPr lang="es-MX" dirty="0"/>
              <a:t>Documentar lecciones aprendidas.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18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Arquitecto</a:t>
            </a:r>
          </a:p>
          <a:p>
            <a:pPr lvl="1"/>
            <a:r>
              <a:rPr lang="es-MX" dirty="0"/>
              <a:t>Identificar las necesidades tecnológicas del cliente.</a:t>
            </a:r>
          </a:p>
          <a:p>
            <a:pPr lvl="1"/>
            <a:r>
              <a:rPr lang="es-MX" dirty="0"/>
              <a:t>Realizar análisis de costo-beneficio para identificar las tecnologías a emplear.</a:t>
            </a:r>
          </a:p>
          <a:p>
            <a:pPr lvl="1"/>
            <a:r>
              <a:rPr lang="es-MX" dirty="0"/>
              <a:t>Dividir un sistema en capas o subsistemas.</a:t>
            </a:r>
          </a:p>
          <a:p>
            <a:pPr lvl="1"/>
            <a:r>
              <a:rPr lang="es-MX" dirty="0"/>
              <a:t>Definir las características básicas del sistema.</a:t>
            </a:r>
          </a:p>
          <a:p>
            <a:pPr lvl="1"/>
            <a:r>
              <a:rPr lang="es-MX" dirty="0"/>
              <a:t>Resolver dudas sobre la arquitectura al resto de los involucrados en el desarrollo del sistema.</a:t>
            </a:r>
          </a:p>
          <a:p>
            <a:pPr lvl="1"/>
            <a:r>
              <a:rPr lang="es-MX" dirty="0"/>
              <a:t>Asegurar la correcta interacción entre las tecnologías elegidas.</a:t>
            </a:r>
          </a:p>
          <a:p>
            <a:pPr lvl="1"/>
            <a:r>
              <a:rPr lang="es-MX" dirty="0"/>
              <a:t>Participar en las reuniones de mejora de procesos.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18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MX" dirty="0" smtClean="0"/>
              <a:t>Coordinador de Pruebas</a:t>
            </a:r>
          </a:p>
          <a:p>
            <a:pPr lvl="1"/>
            <a:r>
              <a:rPr lang="es-MX" dirty="0"/>
              <a:t>Establecer la forma de trabajo de los </a:t>
            </a:r>
            <a:r>
              <a:rPr lang="es-MX" dirty="0" err="1"/>
              <a:t>testers</a:t>
            </a:r>
            <a:r>
              <a:rPr lang="es-MX" dirty="0"/>
              <a:t> y darla a conocer a todo el equipo.</a:t>
            </a:r>
          </a:p>
          <a:p>
            <a:pPr lvl="1"/>
            <a:r>
              <a:rPr lang="es-MX" dirty="0"/>
              <a:t>Planear las actividades de la etapa de pruebas.</a:t>
            </a:r>
          </a:p>
          <a:p>
            <a:pPr lvl="1"/>
            <a:r>
              <a:rPr lang="es-MX" dirty="0"/>
              <a:t>Asignar tareas a los miembros del equipo de pruebas.</a:t>
            </a:r>
          </a:p>
          <a:p>
            <a:pPr lvl="1"/>
            <a:r>
              <a:rPr lang="es-MX" dirty="0"/>
              <a:t>Identificar los escenarios a probar en un caso de uso, módulo o sistema.</a:t>
            </a:r>
          </a:p>
          <a:p>
            <a:pPr lvl="1"/>
            <a:r>
              <a:rPr lang="es-MX" dirty="0"/>
              <a:t>Documentar los guiones de prueba del sistema.</a:t>
            </a:r>
          </a:p>
          <a:p>
            <a:pPr lvl="1"/>
            <a:r>
              <a:rPr lang="es-MX" dirty="0"/>
              <a:t>Documentar los datos de prueba.</a:t>
            </a:r>
          </a:p>
          <a:p>
            <a:pPr lvl="1"/>
            <a:r>
              <a:rPr lang="es-MX" dirty="0"/>
              <a:t>Generar los scripts de prueba para cada escenario.</a:t>
            </a:r>
          </a:p>
          <a:p>
            <a:pPr lvl="1"/>
            <a:r>
              <a:rPr lang="es-MX" dirty="0"/>
              <a:t>Ejecutar las pruebas y documentar los resultados.</a:t>
            </a:r>
          </a:p>
          <a:p>
            <a:pPr lvl="1"/>
            <a:r>
              <a:rPr lang="es-MX" dirty="0"/>
              <a:t>Dar retroalimentación a los programadores sobre los resultados.</a:t>
            </a:r>
          </a:p>
          <a:p>
            <a:pPr lvl="1"/>
            <a:r>
              <a:rPr lang="es-MX" dirty="0"/>
              <a:t>Dar seguimiento a las incidencias encontradas.</a:t>
            </a:r>
          </a:p>
          <a:p>
            <a:pPr lvl="1"/>
            <a:r>
              <a:rPr lang="es-MX" dirty="0"/>
              <a:t>Responder las dudas en torno a las pruebas e incidencias encontradas dentro del sistema.</a:t>
            </a:r>
          </a:p>
          <a:p>
            <a:pPr lvl="1"/>
            <a:r>
              <a:rPr lang="es-MX" dirty="0"/>
              <a:t>Supervisar el avance del equipo de pruebas.</a:t>
            </a:r>
          </a:p>
          <a:p>
            <a:pPr lvl="1"/>
            <a:r>
              <a:rPr lang="es-MX" dirty="0"/>
              <a:t>Supervisar que el proceso de pruebas se realice correctamente.</a:t>
            </a:r>
          </a:p>
          <a:p>
            <a:pPr lvl="1"/>
            <a:r>
              <a:rPr lang="es-MX" dirty="0"/>
              <a:t>Establecer acuerdos con el resto de los coordinadores.</a:t>
            </a:r>
          </a:p>
          <a:p>
            <a:pPr lvl="1"/>
            <a:r>
              <a:rPr lang="es-MX" dirty="0"/>
              <a:t>Verificar el trabajo de los </a:t>
            </a:r>
            <a:r>
              <a:rPr lang="es-MX" dirty="0" err="1"/>
              <a:t>testers</a:t>
            </a:r>
            <a:r>
              <a:rPr lang="es-MX" dirty="0"/>
              <a:t>.</a:t>
            </a:r>
          </a:p>
          <a:p>
            <a:pPr lvl="1"/>
            <a:r>
              <a:rPr lang="es-MX" dirty="0"/>
              <a:t>Participar en las reuniones de mejora de procesos.</a:t>
            </a:r>
          </a:p>
          <a:p>
            <a:pPr lvl="1"/>
            <a:r>
              <a:rPr lang="es-MX" dirty="0"/>
              <a:t>Registrar los tiempos requeridos para realizar las tareas de pruebas.</a:t>
            </a:r>
          </a:p>
          <a:p>
            <a:pPr lvl="1"/>
            <a:r>
              <a:rPr lang="es-MX" dirty="0"/>
              <a:t>Documentar lecciones aprendidas.</a:t>
            </a:r>
          </a:p>
        </p:txBody>
      </p:sp>
    </p:spTree>
    <p:extLst>
      <p:ext uri="{BB962C8B-B14F-4D97-AF65-F5344CB8AC3E}">
        <p14:creationId xmlns:p14="http://schemas.microsoft.com/office/powerpoint/2010/main" val="28718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Roles y Responsabilidades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MX" dirty="0" err="1" smtClean="0"/>
              <a:t>Tester</a:t>
            </a:r>
            <a:endParaRPr lang="es-MX" dirty="0" smtClean="0"/>
          </a:p>
          <a:p>
            <a:pPr lvl="1"/>
            <a:r>
              <a:rPr lang="es-MX" sz="3400" dirty="0"/>
              <a:t>Identificar los escenarios a probar en un caso de uso, módulo o sistema.</a:t>
            </a:r>
          </a:p>
          <a:p>
            <a:pPr lvl="1"/>
            <a:r>
              <a:rPr lang="es-MX" sz="3400" dirty="0"/>
              <a:t>Documentar los guiones de prueba del sistema.</a:t>
            </a:r>
          </a:p>
          <a:p>
            <a:pPr lvl="1"/>
            <a:r>
              <a:rPr lang="es-MX" sz="3400" dirty="0"/>
              <a:t>Documentar los datos de prueba.</a:t>
            </a:r>
          </a:p>
          <a:p>
            <a:pPr lvl="1"/>
            <a:r>
              <a:rPr lang="es-MX" sz="3400" dirty="0"/>
              <a:t>Generar los scripts de prueba para cada escenario.</a:t>
            </a:r>
          </a:p>
          <a:p>
            <a:pPr lvl="1"/>
            <a:r>
              <a:rPr lang="es-MX" sz="3400" dirty="0"/>
              <a:t>Ejecutar las pruebas y documentar los resultados.</a:t>
            </a:r>
          </a:p>
          <a:p>
            <a:pPr lvl="1"/>
            <a:r>
              <a:rPr lang="es-MX" sz="3400" dirty="0"/>
              <a:t>Dar retroalimentación a los programadores sobre los resultados.</a:t>
            </a:r>
          </a:p>
          <a:p>
            <a:pPr lvl="1"/>
            <a:r>
              <a:rPr lang="es-MX" sz="3400" dirty="0"/>
              <a:t>Dar seguimiento a las incidencias encontradas.</a:t>
            </a:r>
          </a:p>
          <a:p>
            <a:pPr lvl="1"/>
            <a:r>
              <a:rPr lang="es-MX" sz="3400" dirty="0"/>
              <a:t>Notificar el avance al Coordinador de Pruebas.</a:t>
            </a:r>
          </a:p>
          <a:p>
            <a:pPr lvl="1"/>
            <a:r>
              <a:rPr lang="es-MX" sz="3400" dirty="0"/>
              <a:t>Notificar al Coordinador de Pruebas de posibles fallos en el análisis o implementación.</a:t>
            </a:r>
          </a:p>
          <a:p>
            <a:pPr lvl="1"/>
            <a:r>
              <a:rPr lang="es-MX" sz="3400" dirty="0"/>
              <a:t>Participar en las reuniones de mejoras de procesos.</a:t>
            </a:r>
          </a:p>
          <a:p>
            <a:pPr lvl="1"/>
            <a:r>
              <a:rPr lang="es-MX" sz="3400" dirty="0"/>
              <a:t>Documentar lecciones aprendidas.</a:t>
            </a:r>
          </a:p>
        </p:txBody>
      </p:sp>
    </p:spTree>
    <p:extLst>
      <p:ext uri="{BB962C8B-B14F-4D97-AF65-F5344CB8AC3E}">
        <p14:creationId xmlns:p14="http://schemas.microsoft.com/office/powerpoint/2010/main" val="287184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Comunicación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Toda reunión que se tenga con la CNSNS, debe generar una minuta que debe ser firmada por parte del interesado de la CNSNS y el equipo </a:t>
            </a:r>
            <a:r>
              <a:rPr lang="es-MX" smtClean="0"/>
              <a:t>del proyecto.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011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Reglas o normas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De inicio no existe alguna regla dentro del equipo, mas que las existentes:</a:t>
            </a:r>
          </a:p>
          <a:p>
            <a:pPr lvl="1"/>
            <a:r>
              <a:rPr lang="es-MX" dirty="0"/>
              <a:t>Respeto a los compañeros de trabajo.</a:t>
            </a:r>
          </a:p>
          <a:p>
            <a:pPr lvl="1"/>
            <a:r>
              <a:rPr lang="es-MX" dirty="0" smtClean="0"/>
              <a:t>Cumplir con el horario laboral.</a:t>
            </a:r>
          </a:p>
          <a:p>
            <a:pPr lvl="1"/>
            <a:r>
              <a:rPr lang="es-MX" dirty="0" smtClean="0"/>
              <a:t>No comer en el trabajo.</a:t>
            </a:r>
            <a:endParaRPr lang="es-MX" dirty="0"/>
          </a:p>
          <a:p>
            <a:endParaRPr lang="es-MX" dirty="0" smtClean="0"/>
          </a:p>
          <a:p>
            <a:r>
              <a:rPr lang="es-MX" dirty="0" smtClean="0"/>
              <a:t>Pero en el caso de que no se sigan, se definirán las reglas necesarias corregir el comportamiento no deseado.</a:t>
            </a:r>
          </a:p>
        </p:txBody>
      </p:sp>
    </p:spTree>
    <p:extLst>
      <p:ext uri="{BB962C8B-B14F-4D97-AF65-F5344CB8AC3E}">
        <p14:creationId xmlns:p14="http://schemas.microsoft.com/office/powerpoint/2010/main" val="392213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Fechas de Entrega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graphicFrame>
        <p:nvGraphicFramePr>
          <p:cNvPr id="4" name="3 Marcador de contenid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434839"/>
              </p:ext>
            </p:extLst>
          </p:nvPr>
        </p:nvGraphicFramePr>
        <p:xfrm>
          <a:off x="457200" y="1600200"/>
          <a:ext cx="82296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9016"/>
                <a:gridCol w="2170584"/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Entregable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Liberación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RIB-C1-EP Especificación de la plataforma.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RIB-C2-DT Documentación técnica.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Mayo 2014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AP-C1-OM Opciones de mejora.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AP-C2-MP Manual de procesos.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Junio 2014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RIB-C3-BD Base de datos.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RIB-C4-SW Software.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Agosto 2014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GST-C1-EP Especificación de la plataforma.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GST-C2-DT Documentación técnica.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GST-C3-BD Base de datos.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GST-C4-SW Software.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Octubre 2014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GET-C1-EP Especificación de la plataforma.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GET-C2-DT Documentación técnica.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GET-C3-BD Base de datos.</a:t>
                      </a:r>
                    </a:p>
                    <a:p>
                      <a:r>
                        <a:rPr lang="es-MX" dirty="0" smtClean="0">
                          <a:effectLst/>
                        </a:rPr>
                        <a:t>GET-C4-SW Software.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effectLst/>
                        </a:rPr>
                        <a:t>Diciembre 2014</a:t>
                      </a:r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8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Retos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Implementación de diseño por primera vez.</a:t>
            </a:r>
          </a:p>
          <a:p>
            <a:r>
              <a:rPr lang="es-MX" dirty="0" smtClean="0"/>
              <a:t>Toma de tiempos base para estimación de la siguiente fase.</a:t>
            </a:r>
          </a:p>
          <a:p>
            <a:r>
              <a:rPr lang="es-MX" dirty="0" smtClean="0"/>
              <a:t>Implementación por primera vez de pruebas automatizadas.</a:t>
            </a:r>
          </a:p>
          <a:p>
            <a:r>
              <a:rPr lang="es-MX" dirty="0" smtClean="0"/>
              <a:t>Implementación de mapeo de proceso de procesos para identificación de áreas de oportunidad y mejoramiento de procesos.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4384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4800" dirty="0"/>
              <a:t>El éxito parece ser en buena parte cuestión de perseverar después de que otros hayan abandonado.</a:t>
            </a:r>
          </a:p>
        </p:txBody>
      </p:sp>
    </p:spTree>
    <p:extLst>
      <p:ext uri="{BB962C8B-B14F-4D97-AF65-F5344CB8AC3E}">
        <p14:creationId xmlns:p14="http://schemas.microsoft.com/office/powerpoint/2010/main" val="135548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8661</TotalTime>
  <Words>1422</Words>
  <Application>Microsoft Office PowerPoint</Application>
  <PresentationFormat>Presentación en pantalla (4:3)</PresentationFormat>
  <Paragraphs>194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3" baseType="lpstr">
      <vt:lpstr>Tema de Office</vt:lpstr>
      <vt:lpstr>Sistema Integral de Gestión de Radiológica (SIGRA)</vt:lpstr>
      <vt:lpstr>Objetivo del Proyecto</vt:lpstr>
      <vt:lpstr>Alcance del Proyecto</vt:lpstr>
      <vt:lpstr>Alcance de la fase II</vt:lpstr>
      <vt:lpstr>Proceso</vt:lpstr>
      <vt:lpstr>Proceso</vt:lpstr>
      <vt:lpstr>Organigrama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Roles y Responsabilidades</vt:lpstr>
      <vt:lpstr>Comunicación</vt:lpstr>
      <vt:lpstr>Reglas o normas</vt:lpstr>
      <vt:lpstr>Fechas de Entrega</vt:lpstr>
      <vt:lpstr>Retos</vt:lpstr>
      <vt:lpstr>Presentación de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Integral de Gestión de Radiológica (SIGRA)</dc:title>
  <dc:creator>Edmundo</dc:creator>
  <cp:lastModifiedBy>Edmundo</cp:lastModifiedBy>
  <cp:revision>22</cp:revision>
  <dcterms:created xsi:type="dcterms:W3CDTF">2014-04-21T19:05:03Z</dcterms:created>
  <dcterms:modified xsi:type="dcterms:W3CDTF">2014-05-12T15:35:22Z</dcterms:modified>
</cp:coreProperties>
</file>